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13716000" cx="2438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833937" y="5463121"/>
            <a:ext cx="14716126" cy="4643439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656757" y="10589311"/>
            <a:ext cx="15070486" cy="2316464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>
            <a:off x="9608700" y="1257300"/>
            <a:ext cx="5166600" cy="5111301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1026312" y="2654719"/>
            <a:ext cx="2331377" cy="2316463"/>
          </a:xfrm>
          <a:custGeom>
            <a:rect b="b" l="l" r="r" t="t"/>
            <a:pathLst>
              <a:path extrusionOk="0" h="21600" w="21470">
                <a:moveTo>
                  <a:pt x="10732" y="0"/>
                </a:moveTo>
                <a:cubicBezTo>
                  <a:pt x="10405" y="0"/>
                  <a:pt x="10137" y="271"/>
                  <a:pt x="10137" y="603"/>
                </a:cubicBezTo>
                <a:lnTo>
                  <a:pt x="10137" y="3456"/>
                </a:lnTo>
                <a:lnTo>
                  <a:pt x="7330" y="625"/>
                </a:lnTo>
                <a:cubicBezTo>
                  <a:pt x="7099" y="391"/>
                  <a:pt x="6719" y="391"/>
                  <a:pt x="6488" y="625"/>
                </a:cubicBezTo>
                <a:cubicBezTo>
                  <a:pt x="6257" y="859"/>
                  <a:pt x="6257" y="1244"/>
                  <a:pt x="6488" y="1477"/>
                </a:cubicBezTo>
                <a:lnTo>
                  <a:pt x="10137" y="5155"/>
                </a:lnTo>
                <a:lnTo>
                  <a:pt x="10137" y="6993"/>
                </a:lnTo>
                <a:lnTo>
                  <a:pt x="7442" y="4933"/>
                </a:lnTo>
                <a:lnTo>
                  <a:pt x="7776" y="8542"/>
                </a:lnTo>
                <a:lnTo>
                  <a:pt x="6327" y="7689"/>
                </a:lnTo>
                <a:lnTo>
                  <a:pt x="5012" y="2646"/>
                </a:lnTo>
                <a:cubicBezTo>
                  <a:pt x="4926" y="2325"/>
                  <a:pt x="4604" y="2129"/>
                  <a:pt x="4282" y="2216"/>
                </a:cubicBezTo>
                <a:cubicBezTo>
                  <a:pt x="3966" y="2303"/>
                  <a:pt x="3772" y="2629"/>
                  <a:pt x="3858" y="2955"/>
                </a:cubicBezTo>
                <a:lnTo>
                  <a:pt x="4866" y="6835"/>
                </a:lnTo>
                <a:lnTo>
                  <a:pt x="2199" y="5271"/>
                </a:lnTo>
                <a:cubicBezTo>
                  <a:pt x="1915" y="5102"/>
                  <a:pt x="1551" y="5200"/>
                  <a:pt x="1384" y="5488"/>
                </a:cubicBezTo>
                <a:cubicBezTo>
                  <a:pt x="1218" y="5776"/>
                  <a:pt x="1315" y="6145"/>
                  <a:pt x="1599" y="6314"/>
                </a:cubicBezTo>
                <a:lnTo>
                  <a:pt x="4266" y="7879"/>
                </a:lnTo>
                <a:lnTo>
                  <a:pt x="438" y="8917"/>
                </a:lnTo>
                <a:cubicBezTo>
                  <a:pt x="122" y="9004"/>
                  <a:pt x="-65" y="9335"/>
                  <a:pt x="21" y="9655"/>
                </a:cubicBezTo>
                <a:cubicBezTo>
                  <a:pt x="91" y="9927"/>
                  <a:pt x="331" y="10100"/>
                  <a:pt x="594" y="10100"/>
                </a:cubicBezTo>
                <a:cubicBezTo>
                  <a:pt x="648" y="10100"/>
                  <a:pt x="697" y="10096"/>
                  <a:pt x="750" y="10080"/>
                </a:cubicBezTo>
                <a:lnTo>
                  <a:pt x="5720" y="8727"/>
                </a:lnTo>
                <a:lnTo>
                  <a:pt x="7019" y="9487"/>
                </a:lnTo>
                <a:lnTo>
                  <a:pt x="3980" y="10792"/>
                </a:lnTo>
                <a:lnTo>
                  <a:pt x="7019" y="12096"/>
                </a:lnTo>
                <a:lnTo>
                  <a:pt x="5720" y="12856"/>
                </a:lnTo>
                <a:lnTo>
                  <a:pt x="750" y="11503"/>
                </a:lnTo>
                <a:cubicBezTo>
                  <a:pt x="697" y="11487"/>
                  <a:pt x="648" y="11481"/>
                  <a:pt x="594" y="11481"/>
                </a:cubicBezTo>
                <a:cubicBezTo>
                  <a:pt x="331" y="11481"/>
                  <a:pt x="91" y="11661"/>
                  <a:pt x="21" y="11928"/>
                </a:cubicBezTo>
                <a:cubicBezTo>
                  <a:pt x="-65" y="12248"/>
                  <a:pt x="122" y="12579"/>
                  <a:pt x="438" y="12666"/>
                </a:cubicBezTo>
                <a:lnTo>
                  <a:pt x="4266" y="13704"/>
                </a:lnTo>
                <a:lnTo>
                  <a:pt x="1609" y="15280"/>
                </a:lnTo>
                <a:cubicBezTo>
                  <a:pt x="1325" y="15448"/>
                  <a:pt x="1228" y="15817"/>
                  <a:pt x="1394" y="16105"/>
                </a:cubicBezTo>
                <a:cubicBezTo>
                  <a:pt x="1561" y="16393"/>
                  <a:pt x="1925" y="16491"/>
                  <a:pt x="2209" y="16322"/>
                </a:cubicBezTo>
                <a:lnTo>
                  <a:pt x="4878" y="14758"/>
                </a:lnTo>
                <a:lnTo>
                  <a:pt x="3863" y="18638"/>
                </a:lnTo>
                <a:cubicBezTo>
                  <a:pt x="3777" y="18959"/>
                  <a:pt x="3971" y="19290"/>
                  <a:pt x="4287" y="19377"/>
                </a:cubicBezTo>
                <a:cubicBezTo>
                  <a:pt x="4604" y="19464"/>
                  <a:pt x="4931" y="19268"/>
                  <a:pt x="5017" y="18948"/>
                </a:cubicBezTo>
                <a:lnTo>
                  <a:pt x="6332" y="13911"/>
                </a:lnTo>
                <a:lnTo>
                  <a:pt x="7781" y="13057"/>
                </a:lnTo>
                <a:lnTo>
                  <a:pt x="7449" y="16665"/>
                </a:lnTo>
                <a:lnTo>
                  <a:pt x="10142" y="14605"/>
                </a:lnTo>
                <a:lnTo>
                  <a:pt x="10142" y="16443"/>
                </a:lnTo>
                <a:lnTo>
                  <a:pt x="6493" y="20121"/>
                </a:lnTo>
                <a:cubicBezTo>
                  <a:pt x="6262" y="20355"/>
                  <a:pt x="6257" y="20736"/>
                  <a:pt x="6493" y="20975"/>
                </a:cubicBezTo>
                <a:cubicBezTo>
                  <a:pt x="6724" y="21209"/>
                  <a:pt x="7099" y="21214"/>
                  <a:pt x="7335" y="20975"/>
                </a:cubicBezTo>
                <a:lnTo>
                  <a:pt x="10142" y="18143"/>
                </a:lnTo>
                <a:lnTo>
                  <a:pt x="10142" y="20995"/>
                </a:lnTo>
                <a:cubicBezTo>
                  <a:pt x="10142" y="21327"/>
                  <a:pt x="10410" y="21600"/>
                  <a:pt x="10738" y="21600"/>
                </a:cubicBezTo>
                <a:cubicBezTo>
                  <a:pt x="11065" y="21600"/>
                  <a:pt x="11333" y="21327"/>
                  <a:pt x="11333" y="20995"/>
                </a:cubicBezTo>
                <a:lnTo>
                  <a:pt x="11333" y="18143"/>
                </a:lnTo>
                <a:lnTo>
                  <a:pt x="14140" y="20975"/>
                </a:lnTo>
                <a:cubicBezTo>
                  <a:pt x="14371" y="21209"/>
                  <a:pt x="14751" y="21209"/>
                  <a:pt x="14982" y="20975"/>
                </a:cubicBezTo>
                <a:cubicBezTo>
                  <a:pt x="15213" y="20741"/>
                  <a:pt x="15213" y="20355"/>
                  <a:pt x="14982" y="20121"/>
                </a:cubicBezTo>
                <a:lnTo>
                  <a:pt x="11333" y="16443"/>
                </a:lnTo>
                <a:lnTo>
                  <a:pt x="11333" y="14600"/>
                </a:lnTo>
                <a:lnTo>
                  <a:pt x="14028" y="16660"/>
                </a:lnTo>
                <a:lnTo>
                  <a:pt x="13694" y="13052"/>
                </a:lnTo>
                <a:lnTo>
                  <a:pt x="15143" y="13904"/>
                </a:lnTo>
                <a:lnTo>
                  <a:pt x="16458" y="18942"/>
                </a:lnTo>
                <a:cubicBezTo>
                  <a:pt x="16544" y="19263"/>
                  <a:pt x="16867" y="19459"/>
                  <a:pt x="17189" y="19372"/>
                </a:cubicBezTo>
                <a:cubicBezTo>
                  <a:pt x="17506" y="19285"/>
                  <a:pt x="17698" y="18958"/>
                  <a:pt x="17612" y="18632"/>
                </a:cubicBezTo>
                <a:lnTo>
                  <a:pt x="16604" y="14753"/>
                </a:lnTo>
                <a:lnTo>
                  <a:pt x="19271" y="16317"/>
                </a:lnTo>
                <a:cubicBezTo>
                  <a:pt x="19555" y="16486"/>
                  <a:pt x="19921" y="16388"/>
                  <a:pt x="20087" y="16100"/>
                </a:cubicBezTo>
                <a:cubicBezTo>
                  <a:pt x="20254" y="15812"/>
                  <a:pt x="20157" y="15443"/>
                  <a:pt x="19873" y="15275"/>
                </a:cubicBezTo>
                <a:lnTo>
                  <a:pt x="17204" y="13709"/>
                </a:lnTo>
                <a:lnTo>
                  <a:pt x="21032" y="12671"/>
                </a:lnTo>
                <a:cubicBezTo>
                  <a:pt x="21348" y="12584"/>
                  <a:pt x="21535" y="12253"/>
                  <a:pt x="21449" y="11933"/>
                </a:cubicBezTo>
                <a:cubicBezTo>
                  <a:pt x="21363" y="11666"/>
                  <a:pt x="21122" y="11493"/>
                  <a:pt x="20859" y="11493"/>
                </a:cubicBezTo>
                <a:cubicBezTo>
                  <a:pt x="20805" y="11493"/>
                  <a:pt x="20758" y="11497"/>
                  <a:pt x="20705" y="11513"/>
                </a:cubicBezTo>
                <a:lnTo>
                  <a:pt x="15734" y="12862"/>
                </a:lnTo>
                <a:lnTo>
                  <a:pt x="14436" y="12101"/>
                </a:lnTo>
                <a:lnTo>
                  <a:pt x="17473" y="10797"/>
                </a:lnTo>
                <a:lnTo>
                  <a:pt x="14436" y="9492"/>
                </a:lnTo>
                <a:lnTo>
                  <a:pt x="15734" y="8732"/>
                </a:lnTo>
                <a:lnTo>
                  <a:pt x="20705" y="10085"/>
                </a:lnTo>
                <a:cubicBezTo>
                  <a:pt x="20758" y="10101"/>
                  <a:pt x="20805" y="10107"/>
                  <a:pt x="20859" y="10107"/>
                </a:cubicBezTo>
                <a:cubicBezTo>
                  <a:pt x="21122" y="10107"/>
                  <a:pt x="21364" y="9927"/>
                  <a:pt x="21434" y="9661"/>
                </a:cubicBezTo>
                <a:cubicBezTo>
                  <a:pt x="21520" y="9340"/>
                  <a:pt x="21331" y="9009"/>
                  <a:pt x="21015" y="8922"/>
                </a:cubicBezTo>
                <a:lnTo>
                  <a:pt x="17189" y="7884"/>
                </a:lnTo>
                <a:lnTo>
                  <a:pt x="19856" y="6319"/>
                </a:lnTo>
                <a:cubicBezTo>
                  <a:pt x="20140" y="6150"/>
                  <a:pt x="20237" y="5781"/>
                  <a:pt x="20071" y="5493"/>
                </a:cubicBezTo>
                <a:cubicBezTo>
                  <a:pt x="19904" y="5205"/>
                  <a:pt x="19540" y="5108"/>
                  <a:pt x="19255" y="5276"/>
                </a:cubicBezTo>
                <a:lnTo>
                  <a:pt x="16587" y="6840"/>
                </a:lnTo>
                <a:lnTo>
                  <a:pt x="17597" y="2962"/>
                </a:lnTo>
                <a:cubicBezTo>
                  <a:pt x="17683" y="2641"/>
                  <a:pt x="17489" y="2308"/>
                  <a:pt x="17173" y="2221"/>
                </a:cubicBezTo>
                <a:cubicBezTo>
                  <a:pt x="16856" y="2134"/>
                  <a:pt x="16529" y="2330"/>
                  <a:pt x="16443" y="2651"/>
                </a:cubicBezTo>
                <a:lnTo>
                  <a:pt x="15128" y="7689"/>
                </a:lnTo>
                <a:lnTo>
                  <a:pt x="13679" y="8542"/>
                </a:lnTo>
                <a:lnTo>
                  <a:pt x="14011" y="4933"/>
                </a:lnTo>
                <a:lnTo>
                  <a:pt x="11328" y="6993"/>
                </a:lnTo>
                <a:lnTo>
                  <a:pt x="11328" y="5155"/>
                </a:lnTo>
                <a:lnTo>
                  <a:pt x="14977" y="1477"/>
                </a:lnTo>
                <a:cubicBezTo>
                  <a:pt x="15208" y="1244"/>
                  <a:pt x="15213" y="864"/>
                  <a:pt x="14977" y="625"/>
                </a:cubicBezTo>
                <a:cubicBezTo>
                  <a:pt x="14746" y="391"/>
                  <a:pt x="14371" y="386"/>
                  <a:pt x="14135" y="625"/>
                </a:cubicBezTo>
                <a:lnTo>
                  <a:pt x="11328" y="3456"/>
                </a:lnTo>
                <a:lnTo>
                  <a:pt x="11328" y="603"/>
                </a:lnTo>
                <a:cubicBezTo>
                  <a:pt x="11328" y="271"/>
                  <a:pt x="11060" y="0"/>
                  <a:pt x="10732" y="0"/>
                </a:cubicBezTo>
                <a:close/>
                <a:moveTo>
                  <a:pt x="8881" y="7541"/>
                </a:moveTo>
                <a:lnTo>
                  <a:pt x="10137" y="8504"/>
                </a:lnTo>
                <a:lnTo>
                  <a:pt x="10137" y="9922"/>
                </a:lnTo>
                <a:lnTo>
                  <a:pt x="9042" y="9280"/>
                </a:lnTo>
                <a:lnTo>
                  <a:pt x="8881" y="7541"/>
                </a:lnTo>
                <a:close/>
                <a:moveTo>
                  <a:pt x="12584" y="7541"/>
                </a:moveTo>
                <a:lnTo>
                  <a:pt x="12423" y="9280"/>
                </a:lnTo>
                <a:lnTo>
                  <a:pt x="11328" y="9922"/>
                </a:lnTo>
                <a:lnTo>
                  <a:pt x="11328" y="8504"/>
                </a:lnTo>
                <a:lnTo>
                  <a:pt x="12584" y="7541"/>
                </a:lnTo>
                <a:close/>
                <a:moveTo>
                  <a:pt x="8425" y="10209"/>
                </a:moveTo>
                <a:lnTo>
                  <a:pt x="9535" y="10797"/>
                </a:lnTo>
                <a:lnTo>
                  <a:pt x="8425" y="11384"/>
                </a:lnTo>
                <a:lnTo>
                  <a:pt x="6847" y="10797"/>
                </a:lnTo>
                <a:lnTo>
                  <a:pt x="8425" y="10209"/>
                </a:lnTo>
                <a:close/>
                <a:moveTo>
                  <a:pt x="13040" y="10209"/>
                </a:moveTo>
                <a:lnTo>
                  <a:pt x="14618" y="10797"/>
                </a:lnTo>
                <a:lnTo>
                  <a:pt x="13040" y="11384"/>
                </a:lnTo>
                <a:lnTo>
                  <a:pt x="11930" y="10797"/>
                </a:lnTo>
                <a:lnTo>
                  <a:pt x="13040" y="10209"/>
                </a:lnTo>
                <a:close/>
                <a:moveTo>
                  <a:pt x="11328" y="11666"/>
                </a:moveTo>
                <a:lnTo>
                  <a:pt x="12423" y="12308"/>
                </a:lnTo>
                <a:lnTo>
                  <a:pt x="12584" y="14047"/>
                </a:lnTo>
                <a:lnTo>
                  <a:pt x="11328" y="13089"/>
                </a:lnTo>
                <a:lnTo>
                  <a:pt x="11328" y="11666"/>
                </a:lnTo>
                <a:close/>
                <a:moveTo>
                  <a:pt x="10137" y="11671"/>
                </a:moveTo>
                <a:lnTo>
                  <a:pt x="10137" y="13089"/>
                </a:lnTo>
                <a:lnTo>
                  <a:pt x="8881" y="14052"/>
                </a:lnTo>
                <a:lnTo>
                  <a:pt x="9042" y="12313"/>
                </a:lnTo>
                <a:lnTo>
                  <a:pt x="10137" y="116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516730" y="516354"/>
            <a:ext cx="23350541" cy="12683291"/>
          </a:xfrm>
          <a:prstGeom prst="rect">
            <a:avLst/>
          </a:prstGeom>
          <a:noFill/>
          <a:ln cap="flat" cmpd="sng" w="381000">
            <a:solidFill>
              <a:srgbClr val="B416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22874878" y="12338325"/>
            <a:ext cx="666828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 copy 1" showMasterSp="0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2488143" y="4967089"/>
            <a:ext cx="11155859" cy="3781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2488143" y="8303311"/>
            <a:ext cx="11155859" cy="2316464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>
                <a:latin typeface="Avenir"/>
                <a:ea typeface="Avenir"/>
                <a:cs typeface="Avenir"/>
                <a:sym typeface="Avenir"/>
              </a:defRPr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929575" y="1125415"/>
            <a:ext cx="11589210" cy="1146517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427165" y="4575679"/>
            <a:ext cx="4594030" cy="4564641"/>
          </a:xfrm>
          <a:custGeom>
            <a:rect b="b" l="l" r="r" t="t"/>
            <a:pathLst>
              <a:path extrusionOk="0" h="21600" w="21470">
                <a:moveTo>
                  <a:pt x="10732" y="0"/>
                </a:moveTo>
                <a:cubicBezTo>
                  <a:pt x="10405" y="0"/>
                  <a:pt x="10137" y="271"/>
                  <a:pt x="10137" y="603"/>
                </a:cubicBezTo>
                <a:lnTo>
                  <a:pt x="10137" y="3456"/>
                </a:lnTo>
                <a:lnTo>
                  <a:pt x="7330" y="625"/>
                </a:lnTo>
                <a:cubicBezTo>
                  <a:pt x="7099" y="391"/>
                  <a:pt x="6719" y="391"/>
                  <a:pt x="6488" y="625"/>
                </a:cubicBezTo>
                <a:cubicBezTo>
                  <a:pt x="6257" y="859"/>
                  <a:pt x="6257" y="1244"/>
                  <a:pt x="6488" y="1477"/>
                </a:cubicBezTo>
                <a:lnTo>
                  <a:pt x="10137" y="5155"/>
                </a:lnTo>
                <a:lnTo>
                  <a:pt x="10137" y="6993"/>
                </a:lnTo>
                <a:lnTo>
                  <a:pt x="7442" y="4933"/>
                </a:lnTo>
                <a:lnTo>
                  <a:pt x="7776" y="8542"/>
                </a:lnTo>
                <a:lnTo>
                  <a:pt x="6327" y="7689"/>
                </a:lnTo>
                <a:lnTo>
                  <a:pt x="5012" y="2646"/>
                </a:lnTo>
                <a:cubicBezTo>
                  <a:pt x="4926" y="2325"/>
                  <a:pt x="4604" y="2129"/>
                  <a:pt x="4282" y="2216"/>
                </a:cubicBezTo>
                <a:cubicBezTo>
                  <a:pt x="3966" y="2303"/>
                  <a:pt x="3772" y="2629"/>
                  <a:pt x="3858" y="2955"/>
                </a:cubicBezTo>
                <a:lnTo>
                  <a:pt x="4866" y="6835"/>
                </a:lnTo>
                <a:lnTo>
                  <a:pt x="2199" y="5271"/>
                </a:lnTo>
                <a:cubicBezTo>
                  <a:pt x="1915" y="5102"/>
                  <a:pt x="1551" y="5200"/>
                  <a:pt x="1384" y="5488"/>
                </a:cubicBezTo>
                <a:cubicBezTo>
                  <a:pt x="1218" y="5776"/>
                  <a:pt x="1315" y="6145"/>
                  <a:pt x="1599" y="6314"/>
                </a:cubicBezTo>
                <a:lnTo>
                  <a:pt x="4266" y="7879"/>
                </a:lnTo>
                <a:lnTo>
                  <a:pt x="438" y="8917"/>
                </a:lnTo>
                <a:cubicBezTo>
                  <a:pt x="122" y="9004"/>
                  <a:pt x="-65" y="9335"/>
                  <a:pt x="21" y="9655"/>
                </a:cubicBezTo>
                <a:cubicBezTo>
                  <a:pt x="91" y="9927"/>
                  <a:pt x="331" y="10100"/>
                  <a:pt x="594" y="10100"/>
                </a:cubicBezTo>
                <a:cubicBezTo>
                  <a:pt x="648" y="10100"/>
                  <a:pt x="697" y="10096"/>
                  <a:pt x="750" y="10080"/>
                </a:cubicBezTo>
                <a:lnTo>
                  <a:pt x="5720" y="8727"/>
                </a:lnTo>
                <a:lnTo>
                  <a:pt x="7019" y="9487"/>
                </a:lnTo>
                <a:lnTo>
                  <a:pt x="3980" y="10792"/>
                </a:lnTo>
                <a:lnTo>
                  <a:pt x="7019" y="12096"/>
                </a:lnTo>
                <a:lnTo>
                  <a:pt x="5720" y="12856"/>
                </a:lnTo>
                <a:lnTo>
                  <a:pt x="750" y="11503"/>
                </a:lnTo>
                <a:cubicBezTo>
                  <a:pt x="697" y="11487"/>
                  <a:pt x="648" y="11481"/>
                  <a:pt x="594" y="11481"/>
                </a:cubicBezTo>
                <a:cubicBezTo>
                  <a:pt x="331" y="11481"/>
                  <a:pt x="91" y="11661"/>
                  <a:pt x="21" y="11928"/>
                </a:cubicBezTo>
                <a:cubicBezTo>
                  <a:pt x="-65" y="12248"/>
                  <a:pt x="122" y="12579"/>
                  <a:pt x="438" y="12666"/>
                </a:cubicBezTo>
                <a:lnTo>
                  <a:pt x="4266" y="13704"/>
                </a:lnTo>
                <a:lnTo>
                  <a:pt x="1609" y="15280"/>
                </a:lnTo>
                <a:cubicBezTo>
                  <a:pt x="1325" y="15448"/>
                  <a:pt x="1228" y="15817"/>
                  <a:pt x="1394" y="16105"/>
                </a:cubicBezTo>
                <a:cubicBezTo>
                  <a:pt x="1561" y="16393"/>
                  <a:pt x="1925" y="16491"/>
                  <a:pt x="2209" y="16322"/>
                </a:cubicBezTo>
                <a:lnTo>
                  <a:pt x="4878" y="14758"/>
                </a:lnTo>
                <a:lnTo>
                  <a:pt x="3863" y="18638"/>
                </a:lnTo>
                <a:cubicBezTo>
                  <a:pt x="3777" y="18959"/>
                  <a:pt x="3971" y="19290"/>
                  <a:pt x="4287" y="19377"/>
                </a:cubicBezTo>
                <a:cubicBezTo>
                  <a:pt x="4604" y="19464"/>
                  <a:pt x="4931" y="19268"/>
                  <a:pt x="5017" y="18948"/>
                </a:cubicBezTo>
                <a:lnTo>
                  <a:pt x="6332" y="13911"/>
                </a:lnTo>
                <a:lnTo>
                  <a:pt x="7781" y="13057"/>
                </a:lnTo>
                <a:lnTo>
                  <a:pt x="7449" y="16665"/>
                </a:lnTo>
                <a:lnTo>
                  <a:pt x="10142" y="14605"/>
                </a:lnTo>
                <a:lnTo>
                  <a:pt x="10142" y="16443"/>
                </a:lnTo>
                <a:lnTo>
                  <a:pt x="6493" y="20121"/>
                </a:lnTo>
                <a:cubicBezTo>
                  <a:pt x="6262" y="20355"/>
                  <a:pt x="6257" y="20736"/>
                  <a:pt x="6493" y="20975"/>
                </a:cubicBezTo>
                <a:cubicBezTo>
                  <a:pt x="6724" y="21209"/>
                  <a:pt x="7099" y="21214"/>
                  <a:pt x="7335" y="20975"/>
                </a:cubicBezTo>
                <a:lnTo>
                  <a:pt x="10142" y="18143"/>
                </a:lnTo>
                <a:lnTo>
                  <a:pt x="10142" y="20995"/>
                </a:lnTo>
                <a:cubicBezTo>
                  <a:pt x="10142" y="21327"/>
                  <a:pt x="10410" y="21600"/>
                  <a:pt x="10738" y="21600"/>
                </a:cubicBezTo>
                <a:cubicBezTo>
                  <a:pt x="11065" y="21600"/>
                  <a:pt x="11333" y="21327"/>
                  <a:pt x="11333" y="20995"/>
                </a:cubicBezTo>
                <a:lnTo>
                  <a:pt x="11333" y="18143"/>
                </a:lnTo>
                <a:lnTo>
                  <a:pt x="14140" y="20975"/>
                </a:lnTo>
                <a:cubicBezTo>
                  <a:pt x="14371" y="21209"/>
                  <a:pt x="14751" y="21209"/>
                  <a:pt x="14982" y="20975"/>
                </a:cubicBezTo>
                <a:cubicBezTo>
                  <a:pt x="15213" y="20741"/>
                  <a:pt x="15213" y="20355"/>
                  <a:pt x="14982" y="20121"/>
                </a:cubicBezTo>
                <a:lnTo>
                  <a:pt x="11333" y="16443"/>
                </a:lnTo>
                <a:lnTo>
                  <a:pt x="11333" y="14600"/>
                </a:lnTo>
                <a:lnTo>
                  <a:pt x="14028" y="16660"/>
                </a:lnTo>
                <a:lnTo>
                  <a:pt x="13694" y="13052"/>
                </a:lnTo>
                <a:lnTo>
                  <a:pt x="15143" y="13904"/>
                </a:lnTo>
                <a:lnTo>
                  <a:pt x="16458" y="18942"/>
                </a:lnTo>
                <a:cubicBezTo>
                  <a:pt x="16544" y="19263"/>
                  <a:pt x="16867" y="19459"/>
                  <a:pt x="17189" y="19372"/>
                </a:cubicBezTo>
                <a:cubicBezTo>
                  <a:pt x="17506" y="19285"/>
                  <a:pt x="17698" y="18958"/>
                  <a:pt x="17612" y="18632"/>
                </a:cubicBezTo>
                <a:lnTo>
                  <a:pt x="16604" y="14753"/>
                </a:lnTo>
                <a:lnTo>
                  <a:pt x="19271" y="16317"/>
                </a:lnTo>
                <a:cubicBezTo>
                  <a:pt x="19555" y="16486"/>
                  <a:pt x="19921" y="16388"/>
                  <a:pt x="20087" y="16100"/>
                </a:cubicBezTo>
                <a:cubicBezTo>
                  <a:pt x="20254" y="15812"/>
                  <a:pt x="20157" y="15443"/>
                  <a:pt x="19873" y="15275"/>
                </a:cubicBezTo>
                <a:lnTo>
                  <a:pt x="17204" y="13709"/>
                </a:lnTo>
                <a:lnTo>
                  <a:pt x="21032" y="12671"/>
                </a:lnTo>
                <a:cubicBezTo>
                  <a:pt x="21348" y="12584"/>
                  <a:pt x="21535" y="12253"/>
                  <a:pt x="21449" y="11933"/>
                </a:cubicBezTo>
                <a:cubicBezTo>
                  <a:pt x="21363" y="11666"/>
                  <a:pt x="21122" y="11493"/>
                  <a:pt x="20859" y="11493"/>
                </a:cubicBezTo>
                <a:cubicBezTo>
                  <a:pt x="20805" y="11493"/>
                  <a:pt x="20758" y="11497"/>
                  <a:pt x="20705" y="11513"/>
                </a:cubicBezTo>
                <a:lnTo>
                  <a:pt x="15734" y="12862"/>
                </a:lnTo>
                <a:lnTo>
                  <a:pt x="14436" y="12101"/>
                </a:lnTo>
                <a:lnTo>
                  <a:pt x="17473" y="10797"/>
                </a:lnTo>
                <a:lnTo>
                  <a:pt x="14436" y="9492"/>
                </a:lnTo>
                <a:lnTo>
                  <a:pt x="15734" y="8732"/>
                </a:lnTo>
                <a:lnTo>
                  <a:pt x="20705" y="10085"/>
                </a:lnTo>
                <a:cubicBezTo>
                  <a:pt x="20758" y="10101"/>
                  <a:pt x="20805" y="10107"/>
                  <a:pt x="20859" y="10107"/>
                </a:cubicBezTo>
                <a:cubicBezTo>
                  <a:pt x="21122" y="10107"/>
                  <a:pt x="21364" y="9927"/>
                  <a:pt x="21434" y="9661"/>
                </a:cubicBezTo>
                <a:cubicBezTo>
                  <a:pt x="21520" y="9340"/>
                  <a:pt x="21331" y="9009"/>
                  <a:pt x="21015" y="8922"/>
                </a:cubicBezTo>
                <a:lnTo>
                  <a:pt x="17189" y="7884"/>
                </a:lnTo>
                <a:lnTo>
                  <a:pt x="19856" y="6319"/>
                </a:lnTo>
                <a:cubicBezTo>
                  <a:pt x="20140" y="6150"/>
                  <a:pt x="20237" y="5781"/>
                  <a:pt x="20071" y="5493"/>
                </a:cubicBezTo>
                <a:cubicBezTo>
                  <a:pt x="19904" y="5205"/>
                  <a:pt x="19540" y="5108"/>
                  <a:pt x="19255" y="5276"/>
                </a:cubicBezTo>
                <a:lnTo>
                  <a:pt x="16587" y="6840"/>
                </a:lnTo>
                <a:lnTo>
                  <a:pt x="17597" y="2962"/>
                </a:lnTo>
                <a:cubicBezTo>
                  <a:pt x="17683" y="2641"/>
                  <a:pt x="17489" y="2308"/>
                  <a:pt x="17173" y="2221"/>
                </a:cubicBezTo>
                <a:cubicBezTo>
                  <a:pt x="16856" y="2134"/>
                  <a:pt x="16529" y="2330"/>
                  <a:pt x="16443" y="2651"/>
                </a:cubicBezTo>
                <a:lnTo>
                  <a:pt x="15128" y="7689"/>
                </a:lnTo>
                <a:lnTo>
                  <a:pt x="13679" y="8542"/>
                </a:lnTo>
                <a:lnTo>
                  <a:pt x="14011" y="4933"/>
                </a:lnTo>
                <a:lnTo>
                  <a:pt x="11328" y="6993"/>
                </a:lnTo>
                <a:lnTo>
                  <a:pt x="11328" y="5155"/>
                </a:lnTo>
                <a:lnTo>
                  <a:pt x="14977" y="1477"/>
                </a:lnTo>
                <a:cubicBezTo>
                  <a:pt x="15208" y="1244"/>
                  <a:pt x="15213" y="864"/>
                  <a:pt x="14977" y="625"/>
                </a:cubicBezTo>
                <a:cubicBezTo>
                  <a:pt x="14746" y="391"/>
                  <a:pt x="14371" y="386"/>
                  <a:pt x="14135" y="625"/>
                </a:cubicBezTo>
                <a:lnTo>
                  <a:pt x="11328" y="3456"/>
                </a:lnTo>
                <a:lnTo>
                  <a:pt x="11328" y="603"/>
                </a:lnTo>
                <a:cubicBezTo>
                  <a:pt x="11328" y="271"/>
                  <a:pt x="11060" y="0"/>
                  <a:pt x="10732" y="0"/>
                </a:cubicBezTo>
                <a:close/>
                <a:moveTo>
                  <a:pt x="8881" y="7541"/>
                </a:moveTo>
                <a:lnTo>
                  <a:pt x="10137" y="8504"/>
                </a:lnTo>
                <a:lnTo>
                  <a:pt x="10137" y="9922"/>
                </a:lnTo>
                <a:lnTo>
                  <a:pt x="9042" y="9280"/>
                </a:lnTo>
                <a:lnTo>
                  <a:pt x="8881" y="7541"/>
                </a:lnTo>
                <a:close/>
                <a:moveTo>
                  <a:pt x="12584" y="7541"/>
                </a:moveTo>
                <a:lnTo>
                  <a:pt x="12423" y="9280"/>
                </a:lnTo>
                <a:lnTo>
                  <a:pt x="11328" y="9922"/>
                </a:lnTo>
                <a:lnTo>
                  <a:pt x="11328" y="8504"/>
                </a:lnTo>
                <a:lnTo>
                  <a:pt x="12584" y="7541"/>
                </a:lnTo>
                <a:close/>
                <a:moveTo>
                  <a:pt x="8425" y="10209"/>
                </a:moveTo>
                <a:lnTo>
                  <a:pt x="9535" y="10797"/>
                </a:lnTo>
                <a:lnTo>
                  <a:pt x="8425" y="11384"/>
                </a:lnTo>
                <a:lnTo>
                  <a:pt x="6847" y="10797"/>
                </a:lnTo>
                <a:lnTo>
                  <a:pt x="8425" y="10209"/>
                </a:lnTo>
                <a:close/>
                <a:moveTo>
                  <a:pt x="13040" y="10209"/>
                </a:moveTo>
                <a:lnTo>
                  <a:pt x="14618" y="10797"/>
                </a:lnTo>
                <a:lnTo>
                  <a:pt x="13040" y="11384"/>
                </a:lnTo>
                <a:lnTo>
                  <a:pt x="11930" y="10797"/>
                </a:lnTo>
                <a:lnTo>
                  <a:pt x="13040" y="10209"/>
                </a:lnTo>
                <a:close/>
                <a:moveTo>
                  <a:pt x="11328" y="11666"/>
                </a:moveTo>
                <a:lnTo>
                  <a:pt x="12423" y="12308"/>
                </a:lnTo>
                <a:lnTo>
                  <a:pt x="12584" y="14047"/>
                </a:lnTo>
                <a:lnTo>
                  <a:pt x="11328" y="13089"/>
                </a:lnTo>
                <a:lnTo>
                  <a:pt x="11328" y="11666"/>
                </a:lnTo>
                <a:close/>
                <a:moveTo>
                  <a:pt x="10137" y="11671"/>
                </a:moveTo>
                <a:lnTo>
                  <a:pt x="10137" y="13089"/>
                </a:lnTo>
                <a:lnTo>
                  <a:pt x="8881" y="14052"/>
                </a:lnTo>
                <a:lnTo>
                  <a:pt x="9042" y="12313"/>
                </a:lnTo>
                <a:lnTo>
                  <a:pt x="10137" y="116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16730" y="516354"/>
            <a:ext cx="23350541" cy="12683291"/>
          </a:xfrm>
          <a:prstGeom prst="rect">
            <a:avLst/>
          </a:prstGeom>
          <a:noFill/>
          <a:ln cap="flat" cmpd="sng" w="381000">
            <a:solidFill>
              <a:srgbClr val="B416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22909866" y="12198375"/>
            <a:ext cx="666828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showMasterSp="0">
  <p:cSld name="Title &amp;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624586" y="357187"/>
            <a:ext cx="1952442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387453" y="3643312"/>
            <a:ext cx="18332020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633730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-"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633730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-"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633730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-"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633729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-"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8" name="Google Shape;28;p4"/>
          <p:cNvSpPr/>
          <p:nvPr/>
        </p:nvSpPr>
        <p:spPr>
          <a:xfrm>
            <a:off x="345285" y="357187"/>
            <a:ext cx="3068942" cy="3036095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281436" y="1207373"/>
            <a:ext cx="1196640" cy="1335723"/>
          </a:xfrm>
          <a:custGeom>
            <a:rect b="b" l="l" r="r" t="t"/>
            <a:pathLst>
              <a:path extrusionOk="0" h="21354" w="21059">
                <a:moveTo>
                  <a:pt x="10529" y="0"/>
                </a:moveTo>
                <a:cubicBezTo>
                  <a:pt x="9820" y="0"/>
                  <a:pt x="9110" y="245"/>
                  <a:pt x="8569" y="737"/>
                </a:cubicBezTo>
                <a:cubicBezTo>
                  <a:pt x="7487" y="1720"/>
                  <a:pt x="7487" y="3315"/>
                  <a:pt x="8569" y="4298"/>
                </a:cubicBezTo>
                <a:cubicBezTo>
                  <a:pt x="8826" y="4531"/>
                  <a:pt x="9128" y="4691"/>
                  <a:pt x="9444" y="4812"/>
                </a:cubicBezTo>
                <a:lnTo>
                  <a:pt x="9444" y="4832"/>
                </a:lnTo>
                <a:cubicBezTo>
                  <a:pt x="9543" y="4868"/>
                  <a:pt x="9613" y="4954"/>
                  <a:pt x="9616" y="5056"/>
                </a:cubicBezTo>
                <a:lnTo>
                  <a:pt x="9616" y="9232"/>
                </a:lnTo>
                <a:lnTo>
                  <a:pt x="5646" y="7128"/>
                </a:lnTo>
                <a:cubicBezTo>
                  <a:pt x="5550" y="7074"/>
                  <a:pt x="5504" y="6975"/>
                  <a:pt x="5520" y="6879"/>
                </a:cubicBezTo>
                <a:lnTo>
                  <a:pt x="5515" y="6877"/>
                </a:lnTo>
                <a:cubicBezTo>
                  <a:pt x="5617" y="6133"/>
                  <a:pt x="5360" y="5355"/>
                  <a:pt x="4731" y="4783"/>
                </a:cubicBezTo>
                <a:cubicBezTo>
                  <a:pt x="4190" y="4292"/>
                  <a:pt x="3480" y="4047"/>
                  <a:pt x="2771" y="4047"/>
                </a:cubicBezTo>
                <a:cubicBezTo>
                  <a:pt x="2062" y="4047"/>
                  <a:pt x="1352" y="4292"/>
                  <a:pt x="811" y="4783"/>
                </a:cubicBezTo>
                <a:cubicBezTo>
                  <a:pt x="-271" y="5766"/>
                  <a:pt x="-271" y="7361"/>
                  <a:pt x="811" y="8344"/>
                </a:cubicBezTo>
                <a:cubicBezTo>
                  <a:pt x="1793" y="9237"/>
                  <a:pt x="3320" y="9300"/>
                  <a:pt x="4404" y="8571"/>
                </a:cubicBezTo>
                <a:lnTo>
                  <a:pt x="4426" y="8583"/>
                </a:lnTo>
                <a:cubicBezTo>
                  <a:pt x="4510" y="8524"/>
                  <a:pt x="4626" y="8514"/>
                  <a:pt x="4724" y="8561"/>
                </a:cubicBezTo>
                <a:cubicBezTo>
                  <a:pt x="4725" y="8561"/>
                  <a:pt x="4726" y="8561"/>
                  <a:pt x="4727" y="8561"/>
                </a:cubicBezTo>
                <a:lnTo>
                  <a:pt x="8719" y="10677"/>
                </a:lnTo>
                <a:lnTo>
                  <a:pt x="4727" y="12793"/>
                </a:lnTo>
                <a:cubicBezTo>
                  <a:pt x="4726" y="12793"/>
                  <a:pt x="4725" y="12792"/>
                  <a:pt x="4724" y="12793"/>
                </a:cubicBezTo>
                <a:cubicBezTo>
                  <a:pt x="4626" y="12840"/>
                  <a:pt x="4510" y="12830"/>
                  <a:pt x="4426" y="12770"/>
                </a:cubicBezTo>
                <a:lnTo>
                  <a:pt x="4406" y="12783"/>
                </a:lnTo>
                <a:cubicBezTo>
                  <a:pt x="3920" y="12453"/>
                  <a:pt x="3350" y="12273"/>
                  <a:pt x="2771" y="12273"/>
                </a:cubicBezTo>
                <a:cubicBezTo>
                  <a:pt x="2062" y="12273"/>
                  <a:pt x="1352" y="12518"/>
                  <a:pt x="811" y="13009"/>
                </a:cubicBezTo>
                <a:cubicBezTo>
                  <a:pt x="-271" y="13992"/>
                  <a:pt x="-271" y="15587"/>
                  <a:pt x="811" y="16570"/>
                </a:cubicBezTo>
                <a:cubicBezTo>
                  <a:pt x="1893" y="17553"/>
                  <a:pt x="3649" y="17553"/>
                  <a:pt x="4731" y="16570"/>
                </a:cubicBezTo>
                <a:cubicBezTo>
                  <a:pt x="5360" y="15999"/>
                  <a:pt x="5618" y="15220"/>
                  <a:pt x="5515" y="14475"/>
                </a:cubicBezTo>
                <a:lnTo>
                  <a:pt x="5520" y="14473"/>
                </a:lnTo>
                <a:cubicBezTo>
                  <a:pt x="5504" y="14377"/>
                  <a:pt x="5553" y="14280"/>
                  <a:pt x="5648" y="14226"/>
                </a:cubicBezTo>
                <a:lnTo>
                  <a:pt x="9616" y="12122"/>
                </a:lnTo>
                <a:lnTo>
                  <a:pt x="9616" y="16295"/>
                </a:lnTo>
                <a:cubicBezTo>
                  <a:pt x="9613" y="16397"/>
                  <a:pt x="9543" y="16484"/>
                  <a:pt x="9444" y="16520"/>
                </a:cubicBezTo>
                <a:lnTo>
                  <a:pt x="9444" y="16542"/>
                </a:lnTo>
                <a:cubicBezTo>
                  <a:pt x="9128" y="16663"/>
                  <a:pt x="8826" y="16822"/>
                  <a:pt x="8569" y="17056"/>
                </a:cubicBezTo>
                <a:cubicBezTo>
                  <a:pt x="7487" y="18039"/>
                  <a:pt x="7487" y="19634"/>
                  <a:pt x="8569" y="20617"/>
                </a:cubicBezTo>
                <a:cubicBezTo>
                  <a:pt x="9651" y="21600"/>
                  <a:pt x="11407" y="21600"/>
                  <a:pt x="12489" y="20617"/>
                </a:cubicBezTo>
                <a:cubicBezTo>
                  <a:pt x="13571" y="19634"/>
                  <a:pt x="13571" y="18039"/>
                  <a:pt x="12489" y="17056"/>
                </a:cubicBezTo>
                <a:cubicBezTo>
                  <a:pt x="12231" y="16822"/>
                  <a:pt x="11930" y="16663"/>
                  <a:pt x="11614" y="16542"/>
                </a:cubicBezTo>
                <a:lnTo>
                  <a:pt x="11614" y="16520"/>
                </a:lnTo>
                <a:cubicBezTo>
                  <a:pt x="11517" y="16485"/>
                  <a:pt x="11450" y="16400"/>
                  <a:pt x="11444" y="16301"/>
                </a:cubicBezTo>
                <a:lnTo>
                  <a:pt x="11444" y="12122"/>
                </a:lnTo>
                <a:lnTo>
                  <a:pt x="15410" y="14224"/>
                </a:lnTo>
                <a:lnTo>
                  <a:pt x="15410" y="14226"/>
                </a:lnTo>
                <a:cubicBezTo>
                  <a:pt x="15505" y="14280"/>
                  <a:pt x="15554" y="14377"/>
                  <a:pt x="15538" y="14473"/>
                </a:cubicBezTo>
                <a:lnTo>
                  <a:pt x="15545" y="14477"/>
                </a:lnTo>
                <a:cubicBezTo>
                  <a:pt x="15443" y="15221"/>
                  <a:pt x="15701" y="15999"/>
                  <a:pt x="16329" y="16570"/>
                </a:cubicBezTo>
                <a:cubicBezTo>
                  <a:pt x="17411" y="17553"/>
                  <a:pt x="19165" y="17553"/>
                  <a:pt x="20247" y="16570"/>
                </a:cubicBezTo>
                <a:cubicBezTo>
                  <a:pt x="21329" y="15587"/>
                  <a:pt x="21329" y="13992"/>
                  <a:pt x="20247" y="13009"/>
                </a:cubicBezTo>
                <a:cubicBezTo>
                  <a:pt x="19706" y="12518"/>
                  <a:pt x="18996" y="12273"/>
                  <a:pt x="18287" y="12273"/>
                </a:cubicBezTo>
                <a:cubicBezTo>
                  <a:pt x="17708" y="12273"/>
                  <a:pt x="17140" y="12453"/>
                  <a:pt x="16654" y="12783"/>
                </a:cubicBezTo>
                <a:lnTo>
                  <a:pt x="16632" y="12770"/>
                </a:lnTo>
                <a:cubicBezTo>
                  <a:pt x="16549" y="12829"/>
                  <a:pt x="16434" y="12839"/>
                  <a:pt x="16336" y="12793"/>
                </a:cubicBezTo>
                <a:lnTo>
                  <a:pt x="12341" y="10677"/>
                </a:lnTo>
                <a:lnTo>
                  <a:pt x="16334" y="8561"/>
                </a:lnTo>
                <a:lnTo>
                  <a:pt x="16336" y="8561"/>
                </a:lnTo>
                <a:cubicBezTo>
                  <a:pt x="16434" y="8514"/>
                  <a:pt x="16551" y="8524"/>
                  <a:pt x="16634" y="8583"/>
                </a:cubicBezTo>
                <a:lnTo>
                  <a:pt x="16656" y="8571"/>
                </a:lnTo>
                <a:cubicBezTo>
                  <a:pt x="17740" y="9300"/>
                  <a:pt x="19265" y="9237"/>
                  <a:pt x="20247" y="8344"/>
                </a:cubicBezTo>
                <a:cubicBezTo>
                  <a:pt x="21329" y="7361"/>
                  <a:pt x="21329" y="5766"/>
                  <a:pt x="20247" y="4783"/>
                </a:cubicBezTo>
                <a:cubicBezTo>
                  <a:pt x="19706" y="4292"/>
                  <a:pt x="18996" y="4047"/>
                  <a:pt x="18287" y="4047"/>
                </a:cubicBezTo>
                <a:cubicBezTo>
                  <a:pt x="17578" y="4047"/>
                  <a:pt x="16870" y="4292"/>
                  <a:pt x="16329" y="4783"/>
                </a:cubicBezTo>
                <a:cubicBezTo>
                  <a:pt x="15701" y="5354"/>
                  <a:pt x="15444" y="6131"/>
                  <a:pt x="15545" y="6875"/>
                </a:cubicBezTo>
                <a:lnTo>
                  <a:pt x="15538" y="6879"/>
                </a:lnTo>
                <a:cubicBezTo>
                  <a:pt x="15554" y="6975"/>
                  <a:pt x="15508" y="7074"/>
                  <a:pt x="15412" y="7128"/>
                </a:cubicBezTo>
                <a:lnTo>
                  <a:pt x="11444" y="9232"/>
                </a:lnTo>
                <a:lnTo>
                  <a:pt x="11444" y="5050"/>
                </a:lnTo>
                <a:cubicBezTo>
                  <a:pt x="11450" y="4951"/>
                  <a:pt x="11517" y="4867"/>
                  <a:pt x="11614" y="4832"/>
                </a:cubicBezTo>
                <a:lnTo>
                  <a:pt x="11614" y="4812"/>
                </a:lnTo>
                <a:cubicBezTo>
                  <a:pt x="11930" y="4691"/>
                  <a:pt x="12232" y="4531"/>
                  <a:pt x="12489" y="4298"/>
                </a:cubicBezTo>
                <a:cubicBezTo>
                  <a:pt x="13571" y="3315"/>
                  <a:pt x="13571" y="1720"/>
                  <a:pt x="12489" y="737"/>
                </a:cubicBezTo>
                <a:cubicBezTo>
                  <a:pt x="11948" y="245"/>
                  <a:pt x="11238" y="0"/>
                  <a:pt x="105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3328702" y="-502775"/>
            <a:ext cx="538569" cy="14721551"/>
          </a:xfrm>
          <a:prstGeom prst="rect">
            <a:avLst/>
          </a:prstGeom>
          <a:noFill/>
          <a:ln cap="flat" cmpd="sng" w="381000">
            <a:solidFill>
              <a:srgbClr val="B416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22280091" y="12733734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 copy" showMasterSp="0">
  <p:cSld name="Title &amp; Subtitle cop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70739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  <a:defRPr sz="5200">
                <a:latin typeface="Avenir"/>
                <a:ea typeface="Avenir"/>
                <a:cs typeface="Avenir"/>
                <a:sym typeface="Avenir"/>
              </a:defRPr>
            </a:lvl1pPr>
            <a:lvl2pPr indent="-70739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-"/>
              <a:defRPr sz="5200">
                <a:latin typeface="Avenir"/>
                <a:ea typeface="Avenir"/>
                <a:cs typeface="Avenir"/>
                <a:sym typeface="Avenir"/>
              </a:defRPr>
            </a:lvl2pPr>
            <a:lvl3pPr indent="-70739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  <a:defRPr sz="5200">
                <a:latin typeface="Avenir"/>
                <a:ea typeface="Avenir"/>
                <a:cs typeface="Avenir"/>
                <a:sym typeface="Avenir"/>
              </a:defRPr>
            </a:lvl3pPr>
            <a:lvl4pPr indent="-707389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  <a:defRPr sz="5200">
                <a:latin typeface="Avenir"/>
                <a:ea typeface="Avenir"/>
                <a:cs typeface="Avenir"/>
                <a:sym typeface="Avenir"/>
              </a:defRPr>
            </a:lvl4pPr>
            <a:lvl5pPr indent="-707389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  <a:defRPr sz="5200">
                <a:latin typeface="Avenir"/>
                <a:ea typeface="Avenir"/>
                <a:cs typeface="Avenir"/>
                <a:sym typeface="Avenir"/>
              </a:defRPr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>
            <a:off x="516730" y="516354"/>
            <a:ext cx="10975909" cy="12683291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950700" y="4826000"/>
            <a:ext cx="4107969" cy="4064000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5190473" y="6048997"/>
            <a:ext cx="1628423" cy="1618006"/>
          </a:xfrm>
          <a:custGeom>
            <a:rect b="b" l="l" r="r" t="t"/>
            <a:pathLst>
              <a:path extrusionOk="0" h="21600" w="21470">
                <a:moveTo>
                  <a:pt x="10732" y="0"/>
                </a:moveTo>
                <a:cubicBezTo>
                  <a:pt x="10405" y="0"/>
                  <a:pt x="10137" y="271"/>
                  <a:pt x="10137" y="603"/>
                </a:cubicBezTo>
                <a:lnTo>
                  <a:pt x="10137" y="3456"/>
                </a:lnTo>
                <a:lnTo>
                  <a:pt x="7330" y="625"/>
                </a:lnTo>
                <a:cubicBezTo>
                  <a:pt x="7099" y="391"/>
                  <a:pt x="6719" y="391"/>
                  <a:pt x="6488" y="625"/>
                </a:cubicBezTo>
                <a:cubicBezTo>
                  <a:pt x="6257" y="859"/>
                  <a:pt x="6257" y="1244"/>
                  <a:pt x="6488" y="1477"/>
                </a:cubicBezTo>
                <a:lnTo>
                  <a:pt x="10137" y="5155"/>
                </a:lnTo>
                <a:lnTo>
                  <a:pt x="10137" y="6993"/>
                </a:lnTo>
                <a:lnTo>
                  <a:pt x="7442" y="4933"/>
                </a:lnTo>
                <a:lnTo>
                  <a:pt x="7776" y="8542"/>
                </a:lnTo>
                <a:lnTo>
                  <a:pt x="6327" y="7689"/>
                </a:lnTo>
                <a:lnTo>
                  <a:pt x="5012" y="2646"/>
                </a:lnTo>
                <a:cubicBezTo>
                  <a:pt x="4926" y="2325"/>
                  <a:pt x="4604" y="2129"/>
                  <a:pt x="4282" y="2216"/>
                </a:cubicBezTo>
                <a:cubicBezTo>
                  <a:pt x="3966" y="2303"/>
                  <a:pt x="3772" y="2629"/>
                  <a:pt x="3858" y="2955"/>
                </a:cubicBezTo>
                <a:lnTo>
                  <a:pt x="4866" y="6835"/>
                </a:lnTo>
                <a:lnTo>
                  <a:pt x="2199" y="5271"/>
                </a:lnTo>
                <a:cubicBezTo>
                  <a:pt x="1915" y="5102"/>
                  <a:pt x="1551" y="5200"/>
                  <a:pt x="1384" y="5488"/>
                </a:cubicBezTo>
                <a:cubicBezTo>
                  <a:pt x="1218" y="5776"/>
                  <a:pt x="1315" y="6145"/>
                  <a:pt x="1599" y="6314"/>
                </a:cubicBezTo>
                <a:lnTo>
                  <a:pt x="4266" y="7879"/>
                </a:lnTo>
                <a:lnTo>
                  <a:pt x="438" y="8917"/>
                </a:lnTo>
                <a:cubicBezTo>
                  <a:pt x="122" y="9004"/>
                  <a:pt x="-65" y="9335"/>
                  <a:pt x="21" y="9655"/>
                </a:cubicBezTo>
                <a:cubicBezTo>
                  <a:pt x="91" y="9927"/>
                  <a:pt x="331" y="10100"/>
                  <a:pt x="594" y="10100"/>
                </a:cubicBezTo>
                <a:cubicBezTo>
                  <a:pt x="648" y="10100"/>
                  <a:pt x="697" y="10096"/>
                  <a:pt x="750" y="10080"/>
                </a:cubicBezTo>
                <a:lnTo>
                  <a:pt x="5720" y="8727"/>
                </a:lnTo>
                <a:lnTo>
                  <a:pt x="7019" y="9487"/>
                </a:lnTo>
                <a:lnTo>
                  <a:pt x="3980" y="10792"/>
                </a:lnTo>
                <a:lnTo>
                  <a:pt x="7019" y="12096"/>
                </a:lnTo>
                <a:lnTo>
                  <a:pt x="5720" y="12856"/>
                </a:lnTo>
                <a:lnTo>
                  <a:pt x="750" y="11503"/>
                </a:lnTo>
                <a:cubicBezTo>
                  <a:pt x="697" y="11487"/>
                  <a:pt x="648" y="11481"/>
                  <a:pt x="594" y="11481"/>
                </a:cubicBezTo>
                <a:cubicBezTo>
                  <a:pt x="331" y="11481"/>
                  <a:pt x="91" y="11661"/>
                  <a:pt x="21" y="11928"/>
                </a:cubicBezTo>
                <a:cubicBezTo>
                  <a:pt x="-65" y="12248"/>
                  <a:pt x="122" y="12579"/>
                  <a:pt x="438" y="12666"/>
                </a:cubicBezTo>
                <a:lnTo>
                  <a:pt x="4266" y="13704"/>
                </a:lnTo>
                <a:lnTo>
                  <a:pt x="1609" y="15280"/>
                </a:lnTo>
                <a:cubicBezTo>
                  <a:pt x="1325" y="15448"/>
                  <a:pt x="1228" y="15817"/>
                  <a:pt x="1394" y="16105"/>
                </a:cubicBezTo>
                <a:cubicBezTo>
                  <a:pt x="1561" y="16393"/>
                  <a:pt x="1925" y="16491"/>
                  <a:pt x="2209" y="16322"/>
                </a:cubicBezTo>
                <a:lnTo>
                  <a:pt x="4878" y="14758"/>
                </a:lnTo>
                <a:lnTo>
                  <a:pt x="3863" y="18638"/>
                </a:lnTo>
                <a:cubicBezTo>
                  <a:pt x="3777" y="18959"/>
                  <a:pt x="3971" y="19290"/>
                  <a:pt x="4287" y="19377"/>
                </a:cubicBezTo>
                <a:cubicBezTo>
                  <a:pt x="4604" y="19464"/>
                  <a:pt x="4931" y="19268"/>
                  <a:pt x="5017" y="18948"/>
                </a:cubicBezTo>
                <a:lnTo>
                  <a:pt x="6332" y="13911"/>
                </a:lnTo>
                <a:lnTo>
                  <a:pt x="7781" y="13057"/>
                </a:lnTo>
                <a:lnTo>
                  <a:pt x="7449" y="16665"/>
                </a:lnTo>
                <a:lnTo>
                  <a:pt x="10142" y="14605"/>
                </a:lnTo>
                <a:lnTo>
                  <a:pt x="10142" y="16443"/>
                </a:lnTo>
                <a:lnTo>
                  <a:pt x="6493" y="20121"/>
                </a:lnTo>
                <a:cubicBezTo>
                  <a:pt x="6262" y="20355"/>
                  <a:pt x="6257" y="20736"/>
                  <a:pt x="6493" y="20975"/>
                </a:cubicBezTo>
                <a:cubicBezTo>
                  <a:pt x="6724" y="21209"/>
                  <a:pt x="7099" y="21214"/>
                  <a:pt x="7335" y="20975"/>
                </a:cubicBezTo>
                <a:lnTo>
                  <a:pt x="10142" y="18143"/>
                </a:lnTo>
                <a:lnTo>
                  <a:pt x="10142" y="20995"/>
                </a:lnTo>
                <a:cubicBezTo>
                  <a:pt x="10142" y="21327"/>
                  <a:pt x="10410" y="21600"/>
                  <a:pt x="10738" y="21600"/>
                </a:cubicBezTo>
                <a:cubicBezTo>
                  <a:pt x="11065" y="21600"/>
                  <a:pt x="11333" y="21327"/>
                  <a:pt x="11333" y="20995"/>
                </a:cubicBezTo>
                <a:lnTo>
                  <a:pt x="11333" y="18143"/>
                </a:lnTo>
                <a:lnTo>
                  <a:pt x="14140" y="20975"/>
                </a:lnTo>
                <a:cubicBezTo>
                  <a:pt x="14371" y="21209"/>
                  <a:pt x="14751" y="21209"/>
                  <a:pt x="14982" y="20975"/>
                </a:cubicBezTo>
                <a:cubicBezTo>
                  <a:pt x="15213" y="20741"/>
                  <a:pt x="15213" y="20355"/>
                  <a:pt x="14982" y="20121"/>
                </a:cubicBezTo>
                <a:lnTo>
                  <a:pt x="11333" y="16443"/>
                </a:lnTo>
                <a:lnTo>
                  <a:pt x="11333" y="14600"/>
                </a:lnTo>
                <a:lnTo>
                  <a:pt x="14028" y="16660"/>
                </a:lnTo>
                <a:lnTo>
                  <a:pt x="13694" y="13052"/>
                </a:lnTo>
                <a:lnTo>
                  <a:pt x="15143" y="13904"/>
                </a:lnTo>
                <a:lnTo>
                  <a:pt x="16458" y="18942"/>
                </a:lnTo>
                <a:cubicBezTo>
                  <a:pt x="16544" y="19263"/>
                  <a:pt x="16867" y="19459"/>
                  <a:pt x="17189" y="19372"/>
                </a:cubicBezTo>
                <a:cubicBezTo>
                  <a:pt x="17506" y="19285"/>
                  <a:pt x="17698" y="18958"/>
                  <a:pt x="17612" y="18632"/>
                </a:cubicBezTo>
                <a:lnTo>
                  <a:pt x="16604" y="14753"/>
                </a:lnTo>
                <a:lnTo>
                  <a:pt x="19271" y="16317"/>
                </a:lnTo>
                <a:cubicBezTo>
                  <a:pt x="19555" y="16486"/>
                  <a:pt x="19921" y="16388"/>
                  <a:pt x="20087" y="16100"/>
                </a:cubicBezTo>
                <a:cubicBezTo>
                  <a:pt x="20254" y="15812"/>
                  <a:pt x="20157" y="15443"/>
                  <a:pt x="19873" y="15275"/>
                </a:cubicBezTo>
                <a:lnTo>
                  <a:pt x="17204" y="13709"/>
                </a:lnTo>
                <a:lnTo>
                  <a:pt x="21032" y="12671"/>
                </a:lnTo>
                <a:cubicBezTo>
                  <a:pt x="21348" y="12584"/>
                  <a:pt x="21535" y="12253"/>
                  <a:pt x="21449" y="11933"/>
                </a:cubicBezTo>
                <a:cubicBezTo>
                  <a:pt x="21363" y="11666"/>
                  <a:pt x="21122" y="11493"/>
                  <a:pt x="20859" y="11493"/>
                </a:cubicBezTo>
                <a:cubicBezTo>
                  <a:pt x="20805" y="11493"/>
                  <a:pt x="20758" y="11497"/>
                  <a:pt x="20705" y="11513"/>
                </a:cubicBezTo>
                <a:lnTo>
                  <a:pt x="15734" y="12862"/>
                </a:lnTo>
                <a:lnTo>
                  <a:pt x="14436" y="12101"/>
                </a:lnTo>
                <a:lnTo>
                  <a:pt x="17473" y="10797"/>
                </a:lnTo>
                <a:lnTo>
                  <a:pt x="14436" y="9492"/>
                </a:lnTo>
                <a:lnTo>
                  <a:pt x="15734" y="8732"/>
                </a:lnTo>
                <a:lnTo>
                  <a:pt x="20705" y="10085"/>
                </a:lnTo>
                <a:cubicBezTo>
                  <a:pt x="20758" y="10101"/>
                  <a:pt x="20805" y="10107"/>
                  <a:pt x="20859" y="10107"/>
                </a:cubicBezTo>
                <a:cubicBezTo>
                  <a:pt x="21122" y="10107"/>
                  <a:pt x="21364" y="9927"/>
                  <a:pt x="21434" y="9661"/>
                </a:cubicBezTo>
                <a:cubicBezTo>
                  <a:pt x="21520" y="9340"/>
                  <a:pt x="21331" y="9009"/>
                  <a:pt x="21015" y="8922"/>
                </a:cubicBezTo>
                <a:lnTo>
                  <a:pt x="17189" y="7884"/>
                </a:lnTo>
                <a:lnTo>
                  <a:pt x="19856" y="6319"/>
                </a:lnTo>
                <a:cubicBezTo>
                  <a:pt x="20140" y="6150"/>
                  <a:pt x="20237" y="5781"/>
                  <a:pt x="20071" y="5493"/>
                </a:cubicBezTo>
                <a:cubicBezTo>
                  <a:pt x="19904" y="5205"/>
                  <a:pt x="19540" y="5108"/>
                  <a:pt x="19255" y="5276"/>
                </a:cubicBezTo>
                <a:lnTo>
                  <a:pt x="16587" y="6840"/>
                </a:lnTo>
                <a:lnTo>
                  <a:pt x="17597" y="2962"/>
                </a:lnTo>
                <a:cubicBezTo>
                  <a:pt x="17683" y="2641"/>
                  <a:pt x="17489" y="2308"/>
                  <a:pt x="17173" y="2221"/>
                </a:cubicBezTo>
                <a:cubicBezTo>
                  <a:pt x="16856" y="2134"/>
                  <a:pt x="16529" y="2330"/>
                  <a:pt x="16443" y="2651"/>
                </a:cubicBezTo>
                <a:lnTo>
                  <a:pt x="15128" y="7689"/>
                </a:lnTo>
                <a:lnTo>
                  <a:pt x="13679" y="8542"/>
                </a:lnTo>
                <a:lnTo>
                  <a:pt x="14011" y="4933"/>
                </a:lnTo>
                <a:lnTo>
                  <a:pt x="11328" y="6993"/>
                </a:lnTo>
                <a:lnTo>
                  <a:pt x="11328" y="5155"/>
                </a:lnTo>
                <a:lnTo>
                  <a:pt x="14977" y="1477"/>
                </a:lnTo>
                <a:cubicBezTo>
                  <a:pt x="15208" y="1244"/>
                  <a:pt x="15213" y="864"/>
                  <a:pt x="14977" y="625"/>
                </a:cubicBezTo>
                <a:cubicBezTo>
                  <a:pt x="14746" y="391"/>
                  <a:pt x="14371" y="386"/>
                  <a:pt x="14135" y="625"/>
                </a:cubicBezTo>
                <a:lnTo>
                  <a:pt x="11328" y="3456"/>
                </a:lnTo>
                <a:lnTo>
                  <a:pt x="11328" y="603"/>
                </a:lnTo>
                <a:cubicBezTo>
                  <a:pt x="11328" y="271"/>
                  <a:pt x="11060" y="0"/>
                  <a:pt x="10732" y="0"/>
                </a:cubicBezTo>
                <a:close/>
                <a:moveTo>
                  <a:pt x="8881" y="7541"/>
                </a:moveTo>
                <a:lnTo>
                  <a:pt x="10137" y="8504"/>
                </a:lnTo>
                <a:lnTo>
                  <a:pt x="10137" y="9922"/>
                </a:lnTo>
                <a:lnTo>
                  <a:pt x="9042" y="9280"/>
                </a:lnTo>
                <a:lnTo>
                  <a:pt x="8881" y="7541"/>
                </a:lnTo>
                <a:close/>
                <a:moveTo>
                  <a:pt x="12584" y="7541"/>
                </a:moveTo>
                <a:lnTo>
                  <a:pt x="12423" y="9280"/>
                </a:lnTo>
                <a:lnTo>
                  <a:pt x="11328" y="9922"/>
                </a:lnTo>
                <a:lnTo>
                  <a:pt x="11328" y="8504"/>
                </a:lnTo>
                <a:lnTo>
                  <a:pt x="12584" y="7541"/>
                </a:lnTo>
                <a:close/>
                <a:moveTo>
                  <a:pt x="8425" y="10209"/>
                </a:moveTo>
                <a:lnTo>
                  <a:pt x="9535" y="10797"/>
                </a:lnTo>
                <a:lnTo>
                  <a:pt x="8425" y="11384"/>
                </a:lnTo>
                <a:lnTo>
                  <a:pt x="6847" y="10797"/>
                </a:lnTo>
                <a:lnTo>
                  <a:pt x="8425" y="10209"/>
                </a:lnTo>
                <a:close/>
                <a:moveTo>
                  <a:pt x="13040" y="10209"/>
                </a:moveTo>
                <a:lnTo>
                  <a:pt x="14618" y="10797"/>
                </a:lnTo>
                <a:lnTo>
                  <a:pt x="13040" y="11384"/>
                </a:lnTo>
                <a:lnTo>
                  <a:pt x="11930" y="10797"/>
                </a:lnTo>
                <a:lnTo>
                  <a:pt x="13040" y="10209"/>
                </a:lnTo>
                <a:close/>
                <a:moveTo>
                  <a:pt x="11328" y="11666"/>
                </a:moveTo>
                <a:lnTo>
                  <a:pt x="12423" y="12308"/>
                </a:lnTo>
                <a:lnTo>
                  <a:pt x="12584" y="14047"/>
                </a:lnTo>
                <a:lnTo>
                  <a:pt x="11328" y="13089"/>
                </a:lnTo>
                <a:lnTo>
                  <a:pt x="11328" y="11666"/>
                </a:lnTo>
                <a:close/>
                <a:moveTo>
                  <a:pt x="10137" y="11671"/>
                </a:moveTo>
                <a:lnTo>
                  <a:pt x="10137" y="13089"/>
                </a:lnTo>
                <a:lnTo>
                  <a:pt x="8881" y="14052"/>
                </a:lnTo>
                <a:lnTo>
                  <a:pt x="9042" y="12313"/>
                </a:lnTo>
                <a:lnTo>
                  <a:pt x="10137" y="11671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copy" showMasterSp="0">
  <p:cSld name="Title - Top copy">
    <p:bg>
      <p:bgPr>
        <a:solidFill>
          <a:srgbClr val="B416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925461" y="6436023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0"/>
              <a:buFont typeface="Avenir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6"/>
          <p:cNvSpPr/>
          <p:nvPr/>
        </p:nvSpPr>
        <p:spPr>
          <a:xfrm>
            <a:off x="606264" y="635985"/>
            <a:ext cx="23114001" cy="12444029"/>
          </a:xfrm>
          <a:prstGeom prst="rect">
            <a:avLst/>
          </a:prstGeom>
          <a:noFill/>
          <a:ln cap="flat" cmpd="sng" w="6350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11238270" y="4827785"/>
            <a:ext cx="1849988" cy="1825230"/>
          </a:xfrm>
          <a:custGeom>
            <a:rect b="b" l="l" r="r" t="t"/>
            <a:pathLst>
              <a:path extrusionOk="0" h="21444" w="21369">
                <a:moveTo>
                  <a:pt x="11639" y="0"/>
                </a:moveTo>
                <a:cubicBezTo>
                  <a:pt x="10695" y="-3"/>
                  <a:pt x="9751" y="363"/>
                  <a:pt x="9142" y="1113"/>
                </a:cubicBezTo>
                <a:cubicBezTo>
                  <a:pt x="9012" y="1273"/>
                  <a:pt x="8868" y="1465"/>
                  <a:pt x="8664" y="1463"/>
                </a:cubicBezTo>
                <a:cubicBezTo>
                  <a:pt x="8578" y="1462"/>
                  <a:pt x="8496" y="1425"/>
                  <a:pt x="8418" y="1388"/>
                </a:cubicBezTo>
                <a:cubicBezTo>
                  <a:pt x="7469" y="943"/>
                  <a:pt x="6249" y="571"/>
                  <a:pt x="5272" y="1151"/>
                </a:cubicBezTo>
                <a:cubicBezTo>
                  <a:pt x="3834" y="2002"/>
                  <a:pt x="3449" y="3924"/>
                  <a:pt x="4065" y="5426"/>
                </a:cubicBezTo>
                <a:cubicBezTo>
                  <a:pt x="4556" y="6621"/>
                  <a:pt x="5568" y="7496"/>
                  <a:pt x="6553" y="8267"/>
                </a:cubicBezTo>
                <a:cubicBezTo>
                  <a:pt x="7658" y="9131"/>
                  <a:pt x="8873" y="9857"/>
                  <a:pt x="10170" y="10380"/>
                </a:cubicBezTo>
                <a:cubicBezTo>
                  <a:pt x="10165" y="10396"/>
                  <a:pt x="10162" y="10415"/>
                  <a:pt x="10157" y="10432"/>
                </a:cubicBezTo>
                <a:cubicBezTo>
                  <a:pt x="10082" y="10335"/>
                  <a:pt x="9458" y="10139"/>
                  <a:pt x="9379" y="10109"/>
                </a:cubicBezTo>
                <a:cubicBezTo>
                  <a:pt x="9094" y="9999"/>
                  <a:pt x="8802" y="9909"/>
                  <a:pt x="8506" y="9832"/>
                </a:cubicBezTo>
                <a:cubicBezTo>
                  <a:pt x="7637" y="9606"/>
                  <a:pt x="6717" y="9480"/>
                  <a:pt x="5808" y="9450"/>
                </a:cubicBezTo>
                <a:cubicBezTo>
                  <a:pt x="5505" y="9441"/>
                  <a:pt x="5204" y="9442"/>
                  <a:pt x="4906" y="9454"/>
                </a:cubicBezTo>
                <a:cubicBezTo>
                  <a:pt x="3402" y="9514"/>
                  <a:pt x="1776" y="9986"/>
                  <a:pt x="774" y="11199"/>
                </a:cubicBezTo>
                <a:cubicBezTo>
                  <a:pt x="551" y="11470"/>
                  <a:pt x="367" y="11776"/>
                  <a:pt x="243" y="12106"/>
                </a:cubicBezTo>
                <a:cubicBezTo>
                  <a:pt x="-129" y="13093"/>
                  <a:pt x="-64" y="14289"/>
                  <a:pt x="368" y="15246"/>
                </a:cubicBezTo>
                <a:cubicBezTo>
                  <a:pt x="712" y="16010"/>
                  <a:pt x="1330" y="16763"/>
                  <a:pt x="2188" y="16898"/>
                </a:cubicBezTo>
                <a:cubicBezTo>
                  <a:pt x="2393" y="16930"/>
                  <a:pt x="2625" y="16937"/>
                  <a:pt x="2771" y="17088"/>
                </a:cubicBezTo>
                <a:cubicBezTo>
                  <a:pt x="2898" y="17220"/>
                  <a:pt x="2917" y="17422"/>
                  <a:pt x="2909" y="17606"/>
                </a:cubicBezTo>
                <a:cubicBezTo>
                  <a:pt x="2864" y="18616"/>
                  <a:pt x="3234" y="19817"/>
                  <a:pt x="4131" y="20365"/>
                </a:cubicBezTo>
                <a:cubicBezTo>
                  <a:pt x="4605" y="20654"/>
                  <a:pt x="5172" y="20746"/>
                  <a:pt x="5716" y="20722"/>
                </a:cubicBezTo>
                <a:cubicBezTo>
                  <a:pt x="7191" y="20658"/>
                  <a:pt x="8412" y="19740"/>
                  <a:pt x="9230" y="18542"/>
                </a:cubicBezTo>
                <a:cubicBezTo>
                  <a:pt x="10178" y="17154"/>
                  <a:pt x="10663" y="15452"/>
                  <a:pt x="10595" y="13763"/>
                </a:cubicBezTo>
                <a:cubicBezTo>
                  <a:pt x="10583" y="13476"/>
                  <a:pt x="10571" y="13197"/>
                  <a:pt x="10556" y="12922"/>
                </a:cubicBezTo>
                <a:cubicBezTo>
                  <a:pt x="10570" y="12951"/>
                  <a:pt x="10599" y="12991"/>
                  <a:pt x="10602" y="13015"/>
                </a:cubicBezTo>
                <a:cubicBezTo>
                  <a:pt x="10839" y="14750"/>
                  <a:pt x="11719" y="18989"/>
                  <a:pt x="9002" y="21150"/>
                </a:cubicBezTo>
                <a:cubicBezTo>
                  <a:pt x="8670" y="21415"/>
                  <a:pt x="9921" y="21597"/>
                  <a:pt x="10381" y="21263"/>
                </a:cubicBezTo>
                <a:cubicBezTo>
                  <a:pt x="11362" y="20550"/>
                  <a:pt x="11608" y="18777"/>
                  <a:pt x="11696" y="17184"/>
                </a:cubicBezTo>
                <a:cubicBezTo>
                  <a:pt x="11781" y="15648"/>
                  <a:pt x="11600" y="14537"/>
                  <a:pt x="11269" y="12630"/>
                </a:cubicBezTo>
                <a:cubicBezTo>
                  <a:pt x="11951" y="14885"/>
                  <a:pt x="13043" y="17250"/>
                  <a:pt x="14993" y="18635"/>
                </a:cubicBezTo>
                <a:cubicBezTo>
                  <a:pt x="16072" y="19402"/>
                  <a:pt x="17427" y="19567"/>
                  <a:pt x="18551" y="18800"/>
                </a:cubicBezTo>
                <a:cubicBezTo>
                  <a:pt x="19117" y="18413"/>
                  <a:pt x="19560" y="17853"/>
                  <a:pt x="19862" y="17231"/>
                </a:cubicBezTo>
                <a:cubicBezTo>
                  <a:pt x="20278" y="16373"/>
                  <a:pt x="20420" y="15300"/>
                  <a:pt x="19934" y="14481"/>
                </a:cubicBezTo>
                <a:cubicBezTo>
                  <a:pt x="19782" y="14226"/>
                  <a:pt x="19567" y="13954"/>
                  <a:pt x="19649" y="13668"/>
                </a:cubicBezTo>
                <a:cubicBezTo>
                  <a:pt x="19706" y="13468"/>
                  <a:pt x="19892" y="13341"/>
                  <a:pt x="20055" y="13215"/>
                </a:cubicBezTo>
                <a:cubicBezTo>
                  <a:pt x="20962" y="12516"/>
                  <a:pt x="21471" y="11318"/>
                  <a:pt x="21351" y="10167"/>
                </a:cubicBezTo>
                <a:cubicBezTo>
                  <a:pt x="21211" y="8822"/>
                  <a:pt x="20232" y="7653"/>
                  <a:pt x="18948" y="7305"/>
                </a:cubicBezTo>
                <a:cubicBezTo>
                  <a:pt x="18560" y="7200"/>
                  <a:pt x="18158" y="7163"/>
                  <a:pt x="17757" y="7174"/>
                </a:cubicBezTo>
                <a:cubicBezTo>
                  <a:pt x="17355" y="7186"/>
                  <a:pt x="16952" y="7249"/>
                  <a:pt x="16561" y="7345"/>
                </a:cubicBezTo>
                <a:cubicBezTo>
                  <a:pt x="14553" y="7839"/>
                  <a:pt x="12404" y="9092"/>
                  <a:pt x="10824" y="10470"/>
                </a:cubicBezTo>
                <a:cubicBezTo>
                  <a:pt x="10823" y="10466"/>
                  <a:pt x="10822" y="10463"/>
                  <a:pt x="10821" y="10459"/>
                </a:cubicBezTo>
                <a:cubicBezTo>
                  <a:pt x="12469" y="9075"/>
                  <a:pt x="14105" y="7653"/>
                  <a:pt x="14794" y="5856"/>
                </a:cubicBezTo>
                <a:cubicBezTo>
                  <a:pt x="15511" y="3987"/>
                  <a:pt x="15461" y="1573"/>
                  <a:pt x="13268" y="402"/>
                </a:cubicBezTo>
                <a:cubicBezTo>
                  <a:pt x="12772" y="138"/>
                  <a:pt x="12206" y="2"/>
                  <a:pt x="116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 showMasterSp="0">
  <p:cSld name="Photo - Horizontal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>
            <p:ph idx="2" type="pic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showMasterSp="0">
  <p:cSld name="Title - Cen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 showMasterSp="0">
  <p:cSld name="Photo - Vertica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>
            <p:ph idx="2" type="pic"/>
          </p:nvPr>
        </p:nvSpPr>
        <p:spPr>
          <a:xfrm>
            <a:off x="6231433" y="863203"/>
            <a:ext cx="17439682" cy="11626455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venir"/>
              <a:buNone/>
              <a:defRPr b="0" sz="84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 copy" showMasterSp="0">
  <p:cSld name="Photo - Vertical cop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>
            <p:ph idx="2" type="pic"/>
          </p:nvPr>
        </p:nvSpPr>
        <p:spPr>
          <a:xfrm>
            <a:off x="6231433" y="863203"/>
            <a:ext cx="17439682" cy="11626455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 txBox="1"/>
          <p:nvPr>
            <p:ph type="title"/>
          </p:nvPr>
        </p:nvSpPr>
        <p:spPr>
          <a:xfrm>
            <a:off x="907653" y="740568"/>
            <a:ext cx="7500938" cy="5607845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venir"/>
              <a:buNone/>
              <a:defRPr b="0" sz="840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907653" y="6948487"/>
            <a:ext cx="7500938" cy="5786438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61" name="Google Shape;61;p10"/>
          <p:cNvSpPr/>
          <p:nvPr/>
        </p:nvSpPr>
        <p:spPr>
          <a:xfrm>
            <a:off x="516730" y="516354"/>
            <a:ext cx="23350541" cy="12683291"/>
          </a:xfrm>
          <a:prstGeom prst="rect">
            <a:avLst/>
          </a:prstGeom>
          <a:noFill/>
          <a:ln cap="flat" cmpd="sng" w="381000">
            <a:solidFill>
              <a:srgbClr val="B416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3192859" y="357187"/>
            <a:ext cx="20718265" cy="195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copy 2" showMasterSp="0">
  <p:cSld name="Title - Top copy 2">
    <p:bg>
      <p:bgPr>
        <a:solidFill>
          <a:srgbClr val="B416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925461" y="11206806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0"/>
              <a:buFont typeface="Avenir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/>
        </p:nvSpPr>
        <p:spPr>
          <a:xfrm>
            <a:off x="2226963" y="768506"/>
            <a:ext cx="19478971" cy="10562222"/>
          </a:xfrm>
          <a:prstGeom prst="rect">
            <a:avLst/>
          </a:prstGeom>
          <a:noFill/>
          <a:ln cap="flat" cmpd="sng" w="6350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" name="Google Shape;69;p12"/>
          <p:cNvSpPr/>
          <p:nvPr/>
        </p:nvSpPr>
        <p:spPr>
          <a:xfrm>
            <a:off x="1749714" y="11812239"/>
            <a:ext cx="1849988" cy="1825229"/>
          </a:xfrm>
          <a:custGeom>
            <a:rect b="b" l="l" r="r" t="t"/>
            <a:pathLst>
              <a:path extrusionOk="0" h="21444" w="21369">
                <a:moveTo>
                  <a:pt x="11639" y="0"/>
                </a:moveTo>
                <a:cubicBezTo>
                  <a:pt x="10695" y="-3"/>
                  <a:pt x="9751" y="363"/>
                  <a:pt x="9142" y="1113"/>
                </a:cubicBezTo>
                <a:cubicBezTo>
                  <a:pt x="9012" y="1273"/>
                  <a:pt x="8868" y="1465"/>
                  <a:pt x="8664" y="1463"/>
                </a:cubicBezTo>
                <a:cubicBezTo>
                  <a:pt x="8578" y="1462"/>
                  <a:pt x="8496" y="1425"/>
                  <a:pt x="8418" y="1388"/>
                </a:cubicBezTo>
                <a:cubicBezTo>
                  <a:pt x="7469" y="943"/>
                  <a:pt x="6249" y="571"/>
                  <a:pt x="5272" y="1151"/>
                </a:cubicBezTo>
                <a:cubicBezTo>
                  <a:pt x="3834" y="2002"/>
                  <a:pt x="3449" y="3924"/>
                  <a:pt x="4065" y="5426"/>
                </a:cubicBezTo>
                <a:cubicBezTo>
                  <a:pt x="4556" y="6621"/>
                  <a:pt x="5568" y="7496"/>
                  <a:pt x="6553" y="8267"/>
                </a:cubicBezTo>
                <a:cubicBezTo>
                  <a:pt x="7658" y="9131"/>
                  <a:pt x="8873" y="9857"/>
                  <a:pt x="10170" y="10380"/>
                </a:cubicBezTo>
                <a:cubicBezTo>
                  <a:pt x="10165" y="10396"/>
                  <a:pt x="10162" y="10415"/>
                  <a:pt x="10157" y="10432"/>
                </a:cubicBezTo>
                <a:cubicBezTo>
                  <a:pt x="10082" y="10335"/>
                  <a:pt x="9458" y="10139"/>
                  <a:pt x="9379" y="10109"/>
                </a:cubicBezTo>
                <a:cubicBezTo>
                  <a:pt x="9094" y="9999"/>
                  <a:pt x="8802" y="9909"/>
                  <a:pt x="8506" y="9832"/>
                </a:cubicBezTo>
                <a:cubicBezTo>
                  <a:pt x="7637" y="9606"/>
                  <a:pt x="6717" y="9480"/>
                  <a:pt x="5808" y="9450"/>
                </a:cubicBezTo>
                <a:cubicBezTo>
                  <a:pt x="5505" y="9441"/>
                  <a:pt x="5204" y="9442"/>
                  <a:pt x="4906" y="9454"/>
                </a:cubicBezTo>
                <a:cubicBezTo>
                  <a:pt x="3402" y="9514"/>
                  <a:pt x="1776" y="9986"/>
                  <a:pt x="774" y="11199"/>
                </a:cubicBezTo>
                <a:cubicBezTo>
                  <a:pt x="551" y="11470"/>
                  <a:pt x="367" y="11776"/>
                  <a:pt x="243" y="12106"/>
                </a:cubicBezTo>
                <a:cubicBezTo>
                  <a:pt x="-129" y="13093"/>
                  <a:pt x="-64" y="14289"/>
                  <a:pt x="368" y="15246"/>
                </a:cubicBezTo>
                <a:cubicBezTo>
                  <a:pt x="712" y="16010"/>
                  <a:pt x="1330" y="16763"/>
                  <a:pt x="2188" y="16898"/>
                </a:cubicBezTo>
                <a:cubicBezTo>
                  <a:pt x="2393" y="16930"/>
                  <a:pt x="2625" y="16937"/>
                  <a:pt x="2771" y="17088"/>
                </a:cubicBezTo>
                <a:cubicBezTo>
                  <a:pt x="2898" y="17220"/>
                  <a:pt x="2917" y="17422"/>
                  <a:pt x="2909" y="17606"/>
                </a:cubicBezTo>
                <a:cubicBezTo>
                  <a:pt x="2864" y="18616"/>
                  <a:pt x="3234" y="19817"/>
                  <a:pt x="4131" y="20365"/>
                </a:cubicBezTo>
                <a:cubicBezTo>
                  <a:pt x="4605" y="20654"/>
                  <a:pt x="5172" y="20746"/>
                  <a:pt x="5716" y="20722"/>
                </a:cubicBezTo>
                <a:cubicBezTo>
                  <a:pt x="7191" y="20658"/>
                  <a:pt x="8412" y="19740"/>
                  <a:pt x="9230" y="18542"/>
                </a:cubicBezTo>
                <a:cubicBezTo>
                  <a:pt x="10178" y="17154"/>
                  <a:pt x="10663" y="15452"/>
                  <a:pt x="10595" y="13763"/>
                </a:cubicBezTo>
                <a:cubicBezTo>
                  <a:pt x="10583" y="13476"/>
                  <a:pt x="10571" y="13197"/>
                  <a:pt x="10556" y="12922"/>
                </a:cubicBezTo>
                <a:cubicBezTo>
                  <a:pt x="10570" y="12951"/>
                  <a:pt x="10599" y="12991"/>
                  <a:pt x="10602" y="13015"/>
                </a:cubicBezTo>
                <a:cubicBezTo>
                  <a:pt x="10839" y="14750"/>
                  <a:pt x="11719" y="18989"/>
                  <a:pt x="9002" y="21150"/>
                </a:cubicBezTo>
                <a:cubicBezTo>
                  <a:pt x="8670" y="21415"/>
                  <a:pt x="9921" y="21597"/>
                  <a:pt x="10381" y="21263"/>
                </a:cubicBezTo>
                <a:cubicBezTo>
                  <a:pt x="11362" y="20550"/>
                  <a:pt x="11608" y="18777"/>
                  <a:pt x="11696" y="17184"/>
                </a:cubicBezTo>
                <a:cubicBezTo>
                  <a:pt x="11781" y="15648"/>
                  <a:pt x="11600" y="14537"/>
                  <a:pt x="11269" y="12630"/>
                </a:cubicBezTo>
                <a:cubicBezTo>
                  <a:pt x="11951" y="14885"/>
                  <a:pt x="13043" y="17250"/>
                  <a:pt x="14993" y="18635"/>
                </a:cubicBezTo>
                <a:cubicBezTo>
                  <a:pt x="16072" y="19402"/>
                  <a:pt x="17427" y="19567"/>
                  <a:pt x="18551" y="18800"/>
                </a:cubicBezTo>
                <a:cubicBezTo>
                  <a:pt x="19117" y="18413"/>
                  <a:pt x="19560" y="17853"/>
                  <a:pt x="19862" y="17231"/>
                </a:cubicBezTo>
                <a:cubicBezTo>
                  <a:pt x="20278" y="16373"/>
                  <a:pt x="20420" y="15300"/>
                  <a:pt x="19934" y="14481"/>
                </a:cubicBezTo>
                <a:cubicBezTo>
                  <a:pt x="19782" y="14226"/>
                  <a:pt x="19567" y="13954"/>
                  <a:pt x="19649" y="13668"/>
                </a:cubicBezTo>
                <a:cubicBezTo>
                  <a:pt x="19706" y="13468"/>
                  <a:pt x="19892" y="13341"/>
                  <a:pt x="20055" y="13215"/>
                </a:cubicBezTo>
                <a:cubicBezTo>
                  <a:pt x="20962" y="12516"/>
                  <a:pt x="21471" y="11318"/>
                  <a:pt x="21351" y="10167"/>
                </a:cubicBezTo>
                <a:cubicBezTo>
                  <a:pt x="21211" y="8822"/>
                  <a:pt x="20232" y="7653"/>
                  <a:pt x="18948" y="7305"/>
                </a:cubicBezTo>
                <a:cubicBezTo>
                  <a:pt x="18560" y="7200"/>
                  <a:pt x="18158" y="7163"/>
                  <a:pt x="17757" y="7174"/>
                </a:cubicBezTo>
                <a:cubicBezTo>
                  <a:pt x="17355" y="7186"/>
                  <a:pt x="16952" y="7249"/>
                  <a:pt x="16561" y="7345"/>
                </a:cubicBezTo>
                <a:cubicBezTo>
                  <a:pt x="14553" y="7839"/>
                  <a:pt x="12404" y="9092"/>
                  <a:pt x="10824" y="10470"/>
                </a:cubicBezTo>
                <a:cubicBezTo>
                  <a:pt x="10823" y="10466"/>
                  <a:pt x="10822" y="10463"/>
                  <a:pt x="10821" y="10459"/>
                </a:cubicBezTo>
                <a:cubicBezTo>
                  <a:pt x="12469" y="9075"/>
                  <a:pt x="14105" y="7653"/>
                  <a:pt x="14794" y="5856"/>
                </a:cubicBezTo>
                <a:cubicBezTo>
                  <a:pt x="15511" y="3987"/>
                  <a:pt x="15461" y="1573"/>
                  <a:pt x="13268" y="402"/>
                </a:cubicBezTo>
                <a:cubicBezTo>
                  <a:pt x="12772" y="138"/>
                  <a:pt x="12206" y="2"/>
                  <a:pt x="116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copy 3" showMasterSp="0">
  <p:cSld name="Title - Top copy 3">
    <p:bg>
      <p:bgPr>
        <a:solidFill>
          <a:srgbClr val="B416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925461" y="11206806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0"/>
              <a:buFont typeface="Avenir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13"/>
          <p:cNvSpPr/>
          <p:nvPr/>
        </p:nvSpPr>
        <p:spPr>
          <a:xfrm>
            <a:off x="3881664" y="768506"/>
            <a:ext cx="16111642" cy="10562222"/>
          </a:xfrm>
          <a:prstGeom prst="rect">
            <a:avLst/>
          </a:prstGeom>
          <a:noFill/>
          <a:ln cap="flat" cmpd="sng" w="635000">
            <a:solidFill>
              <a:srgbClr val="FFFFFF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749714" y="11812239"/>
            <a:ext cx="1849988" cy="1825229"/>
          </a:xfrm>
          <a:custGeom>
            <a:rect b="b" l="l" r="r" t="t"/>
            <a:pathLst>
              <a:path extrusionOk="0" h="21444" w="21369">
                <a:moveTo>
                  <a:pt x="11639" y="0"/>
                </a:moveTo>
                <a:cubicBezTo>
                  <a:pt x="10695" y="-3"/>
                  <a:pt x="9751" y="363"/>
                  <a:pt x="9142" y="1113"/>
                </a:cubicBezTo>
                <a:cubicBezTo>
                  <a:pt x="9012" y="1273"/>
                  <a:pt x="8868" y="1465"/>
                  <a:pt x="8664" y="1463"/>
                </a:cubicBezTo>
                <a:cubicBezTo>
                  <a:pt x="8578" y="1462"/>
                  <a:pt x="8496" y="1425"/>
                  <a:pt x="8418" y="1388"/>
                </a:cubicBezTo>
                <a:cubicBezTo>
                  <a:pt x="7469" y="943"/>
                  <a:pt x="6249" y="571"/>
                  <a:pt x="5272" y="1151"/>
                </a:cubicBezTo>
                <a:cubicBezTo>
                  <a:pt x="3834" y="2002"/>
                  <a:pt x="3449" y="3924"/>
                  <a:pt x="4065" y="5426"/>
                </a:cubicBezTo>
                <a:cubicBezTo>
                  <a:pt x="4556" y="6621"/>
                  <a:pt x="5568" y="7496"/>
                  <a:pt x="6553" y="8267"/>
                </a:cubicBezTo>
                <a:cubicBezTo>
                  <a:pt x="7658" y="9131"/>
                  <a:pt x="8873" y="9857"/>
                  <a:pt x="10170" y="10380"/>
                </a:cubicBezTo>
                <a:cubicBezTo>
                  <a:pt x="10165" y="10396"/>
                  <a:pt x="10162" y="10415"/>
                  <a:pt x="10157" y="10432"/>
                </a:cubicBezTo>
                <a:cubicBezTo>
                  <a:pt x="10082" y="10335"/>
                  <a:pt x="9458" y="10139"/>
                  <a:pt x="9379" y="10109"/>
                </a:cubicBezTo>
                <a:cubicBezTo>
                  <a:pt x="9094" y="9999"/>
                  <a:pt x="8802" y="9909"/>
                  <a:pt x="8506" y="9832"/>
                </a:cubicBezTo>
                <a:cubicBezTo>
                  <a:pt x="7637" y="9606"/>
                  <a:pt x="6717" y="9480"/>
                  <a:pt x="5808" y="9450"/>
                </a:cubicBezTo>
                <a:cubicBezTo>
                  <a:pt x="5505" y="9441"/>
                  <a:pt x="5204" y="9442"/>
                  <a:pt x="4906" y="9454"/>
                </a:cubicBezTo>
                <a:cubicBezTo>
                  <a:pt x="3402" y="9514"/>
                  <a:pt x="1776" y="9986"/>
                  <a:pt x="774" y="11199"/>
                </a:cubicBezTo>
                <a:cubicBezTo>
                  <a:pt x="551" y="11470"/>
                  <a:pt x="367" y="11776"/>
                  <a:pt x="243" y="12106"/>
                </a:cubicBezTo>
                <a:cubicBezTo>
                  <a:pt x="-129" y="13093"/>
                  <a:pt x="-64" y="14289"/>
                  <a:pt x="368" y="15246"/>
                </a:cubicBezTo>
                <a:cubicBezTo>
                  <a:pt x="712" y="16010"/>
                  <a:pt x="1330" y="16763"/>
                  <a:pt x="2188" y="16898"/>
                </a:cubicBezTo>
                <a:cubicBezTo>
                  <a:pt x="2393" y="16930"/>
                  <a:pt x="2625" y="16937"/>
                  <a:pt x="2771" y="17088"/>
                </a:cubicBezTo>
                <a:cubicBezTo>
                  <a:pt x="2898" y="17220"/>
                  <a:pt x="2917" y="17422"/>
                  <a:pt x="2909" y="17606"/>
                </a:cubicBezTo>
                <a:cubicBezTo>
                  <a:pt x="2864" y="18616"/>
                  <a:pt x="3234" y="19817"/>
                  <a:pt x="4131" y="20365"/>
                </a:cubicBezTo>
                <a:cubicBezTo>
                  <a:pt x="4605" y="20654"/>
                  <a:pt x="5172" y="20746"/>
                  <a:pt x="5716" y="20722"/>
                </a:cubicBezTo>
                <a:cubicBezTo>
                  <a:pt x="7191" y="20658"/>
                  <a:pt x="8412" y="19740"/>
                  <a:pt x="9230" y="18542"/>
                </a:cubicBezTo>
                <a:cubicBezTo>
                  <a:pt x="10178" y="17154"/>
                  <a:pt x="10663" y="15452"/>
                  <a:pt x="10595" y="13763"/>
                </a:cubicBezTo>
                <a:cubicBezTo>
                  <a:pt x="10583" y="13476"/>
                  <a:pt x="10571" y="13197"/>
                  <a:pt x="10556" y="12922"/>
                </a:cubicBezTo>
                <a:cubicBezTo>
                  <a:pt x="10570" y="12951"/>
                  <a:pt x="10599" y="12991"/>
                  <a:pt x="10602" y="13015"/>
                </a:cubicBezTo>
                <a:cubicBezTo>
                  <a:pt x="10839" y="14750"/>
                  <a:pt x="11719" y="18989"/>
                  <a:pt x="9002" y="21150"/>
                </a:cubicBezTo>
                <a:cubicBezTo>
                  <a:pt x="8670" y="21415"/>
                  <a:pt x="9921" y="21597"/>
                  <a:pt x="10381" y="21263"/>
                </a:cubicBezTo>
                <a:cubicBezTo>
                  <a:pt x="11362" y="20550"/>
                  <a:pt x="11608" y="18777"/>
                  <a:pt x="11696" y="17184"/>
                </a:cubicBezTo>
                <a:cubicBezTo>
                  <a:pt x="11781" y="15648"/>
                  <a:pt x="11600" y="14537"/>
                  <a:pt x="11269" y="12630"/>
                </a:cubicBezTo>
                <a:cubicBezTo>
                  <a:pt x="11951" y="14885"/>
                  <a:pt x="13043" y="17250"/>
                  <a:pt x="14993" y="18635"/>
                </a:cubicBezTo>
                <a:cubicBezTo>
                  <a:pt x="16072" y="19402"/>
                  <a:pt x="17427" y="19567"/>
                  <a:pt x="18551" y="18800"/>
                </a:cubicBezTo>
                <a:cubicBezTo>
                  <a:pt x="19117" y="18413"/>
                  <a:pt x="19560" y="17853"/>
                  <a:pt x="19862" y="17231"/>
                </a:cubicBezTo>
                <a:cubicBezTo>
                  <a:pt x="20278" y="16373"/>
                  <a:pt x="20420" y="15300"/>
                  <a:pt x="19934" y="14481"/>
                </a:cubicBezTo>
                <a:cubicBezTo>
                  <a:pt x="19782" y="14226"/>
                  <a:pt x="19567" y="13954"/>
                  <a:pt x="19649" y="13668"/>
                </a:cubicBezTo>
                <a:cubicBezTo>
                  <a:pt x="19706" y="13468"/>
                  <a:pt x="19892" y="13341"/>
                  <a:pt x="20055" y="13215"/>
                </a:cubicBezTo>
                <a:cubicBezTo>
                  <a:pt x="20962" y="12516"/>
                  <a:pt x="21471" y="11318"/>
                  <a:pt x="21351" y="10167"/>
                </a:cubicBezTo>
                <a:cubicBezTo>
                  <a:pt x="21211" y="8822"/>
                  <a:pt x="20232" y="7653"/>
                  <a:pt x="18948" y="7305"/>
                </a:cubicBezTo>
                <a:cubicBezTo>
                  <a:pt x="18560" y="7200"/>
                  <a:pt x="18158" y="7163"/>
                  <a:pt x="17757" y="7174"/>
                </a:cubicBezTo>
                <a:cubicBezTo>
                  <a:pt x="17355" y="7186"/>
                  <a:pt x="16952" y="7249"/>
                  <a:pt x="16561" y="7345"/>
                </a:cubicBezTo>
                <a:cubicBezTo>
                  <a:pt x="14553" y="7839"/>
                  <a:pt x="12404" y="9092"/>
                  <a:pt x="10824" y="10470"/>
                </a:cubicBezTo>
                <a:cubicBezTo>
                  <a:pt x="10823" y="10466"/>
                  <a:pt x="10822" y="10463"/>
                  <a:pt x="10821" y="10459"/>
                </a:cubicBezTo>
                <a:cubicBezTo>
                  <a:pt x="12469" y="9075"/>
                  <a:pt x="14105" y="7653"/>
                  <a:pt x="14794" y="5856"/>
                </a:cubicBezTo>
                <a:cubicBezTo>
                  <a:pt x="15511" y="3987"/>
                  <a:pt x="15461" y="1573"/>
                  <a:pt x="13268" y="402"/>
                </a:cubicBezTo>
                <a:cubicBezTo>
                  <a:pt x="12772" y="138"/>
                  <a:pt x="12206" y="2"/>
                  <a:pt x="116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copy 4" showMasterSp="0">
  <p:cSld name="Title - Top copy 4">
    <p:bg>
      <p:bgPr>
        <a:solidFill>
          <a:srgbClr val="A8BF3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925461" y="11206806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0"/>
              <a:buFont typeface="Avenir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14"/>
          <p:cNvSpPr/>
          <p:nvPr/>
        </p:nvSpPr>
        <p:spPr>
          <a:xfrm>
            <a:off x="1749714" y="11812239"/>
            <a:ext cx="1849988" cy="1825229"/>
          </a:xfrm>
          <a:custGeom>
            <a:rect b="b" l="l" r="r" t="t"/>
            <a:pathLst>
              <a:path extrusionOk="0" h="21444" w="21369">
                <a:moveTo>
                  <a:pt x="11639" y="0"/>
                </a:moveTo>
                <a:cubicBezTo>
                  <a:pt x="10695" y="-3"/>
                  <a:pt x="9751" y="363"/>
                  <a:pt x="9142" y="1113"/>
                </a:cubicBezTo>
                <a:cubicBezTo>
                  <a:pt x="9012" y="1273"/>
                  <a:pt x="8868" y="1465"/>
                  <a:pt x="8664" y="1463"/>
                </a:cubicBezTo>
                <a:cubicBezTo>
                  <a:pt x="8578" y="1462"/>
                  <a:pt x="8496" y="1425"/>
                  <a:pt x="8418" y="1388"/>
                </a:cubicBezTo>
                <a:cubicBezTo>
                  <a:pt x="7469" y="943"/>
                  <a:pt x="6249" y="571"/>
                  <a:pt x="5272" y="1151"/>
                </a:cubicBezTo>
                <a:cubicBezTo>
                  <a:pt x="3834" y="2002"/>
                  <a:pt x="3449" y="3924"/>
                  <a:pt x="4065" y="5426"/>
                </a:cubicBezTo>
                <a:cubicBezTo>
                  <a:pt x="4556" y="6621"/>
                  <a:pt x="5568" y="7496"/>
                  <a:pt x="6553" y="8267"/>
                </a:cubicBezTo>
                <a:cubicBezTo>
                  <a:pt x="7658" y="9131"/>
                  <a:pt x="8873" y="9857"/>
                  <a:pt x="10170" y="10380"/>
                </a:cubicBezTo>
                <a:cubicBezTo>
                  <a:pt x="10165" y="10396"/>
                  <a:pt x="10162" y="10415"/>
                  <a:pt x="10157" y="10432"/>
                </a:cubicBezTo>
                <a:cubicBezTo>
                  <a:pt x="10082" y="10335"/>
                  <a:pt x="9458" y="10139"/>
                  <a:pt x="9379" y="10109"/>
                </a:cubicBezTo>
                <a:cubicBezTo>
                  <a:pt x="9094" y="9999"/>
                  <a:pt x="8802" y="9909"/>
                  <a:pt x="8506" y="9832"/>
                </a:cubicBezTo>
                <a:cubicBezTo>
                  <a:pt x="7637" y="9606"/>
                  <a:pt x="6717" y="9480"/>
                  <a:pt x="5808" y="9450"/>
                </a:cubicBezTo>
                <a:cubicBezTo>
                  <a:pt x="5505" y="9441"/>
                  <a:pt x="5204" y="9442"/>
                  <a:pt x="4906" y="9454"/>
                </a:cubicBezTo>
                <a:cubicBezTo>
                  <a:pt x="3402" y="9514"/>
                  <a:pt x="1776" y="9986"/>
                  <a:pt x="774" y="11199"/>
                </a:cubicBezTo>
                <a:cubicBezTo>
                  <a:pt x="551" y="11470"/>
                  <a:pt x="367" y="11776"/>
                  <a:pt x="243" y="12106"/>
                </a:cubicBezTo>
                <a:cubicBezTo>
                  <a:pt x="-129" y="13093"/>
                  <a:pt x="-64" y="14289"/>
                  <a:pt x="368" y="15246"/>
                </a:cubicBezTo>
                <a:cubicBezTo>
                  <a:pt x="712" y="16010"/>
                  <a:pt x="1330" y="16763"/>
                  <a:pt x="2188" y="16898"/>
                </a:cubicBezTo>
                <a:cubicBezTo>
                  <a:pt x="2393" y="16930"/>
                  <a:pt x="2625" y="16937"/>
                  <a:pt x="2771" y="17088"/>
                </a:cubicBezTo>
                <a:cubicBezTo>
                  <a:pt x="2898" y="17220"/>
                  <a:pt x="2917" y="17422"/>
                  <a:pt x="2909" y="17606"/>
                </a:cubicBezTo>
                <a:cubicBezTo>
                  <a:pt x="2864" y="18616"/>
                  <a:pt x="3234" y="19817"/>
                  <a:pt x="4131" y="20365"/>
                </a:cubicBezTo>
                <a:cubicBezTo>
                  <a:pt x="4605" y="20654"/>
                  <a:pt x="5172" y="20746"/>
                  <a:pt x="5716" y="20722"/>
                </a:cubicBezTo>
                <a:cubicBezTo>
                  <a:pt x="7191" y="20658"/>
                  <a:pt x="8412" y="19740"/>
                  <a:pt x="9230" y="18542"/>
                </a:cubicBezTo>
                <a:cubicBezTo>
                  <a:pt x="10178" y="17154"/>
                  <a:pt x="10663" y="15452"/>
                  <a:pt x="10595" y="13763"/>
                </a:cubicBezTo>
                <a:cubicBezTo>
                  <a:pt x="10583" y="13476"/>
                  <a:pt x="10571" y="13197"/>
                  <a:pt x="10556" y="12922"/>
                </a:cubicBezTo>
                <a:cubicBezTo>
                  <a:pt x="10570" y="12951"/>
                  <a:pt x="10599" y="12991"/>
                  <a:pt x="10602" y="13015"/>
                </a:cubicBezTo>
                <a:cubicBezTo>
                  <a:pt x="10839" y="14750"/>
                  <a:pt x="11719" y="18989"/>
                  <a:pt x="9002" y="21150"/>
                </a:cubicBezTo>
                <a:cubicBezTo>
                  <a:pt x="8670" y="21415"/>
                  <a:pt x="9921" y="21597"/>
                  <a:pt x="10381" y="21263"/>
                </a:cubicBezTo>
                <a:cubicBezTo>
                  <a:pt x="11362" y="20550"/>
                  <a:pt x="11608" y="18777"/>
                  <a:pt x="11696" y="17184"/>
                </a:cubicBezTo>
                <a:cubicBezTo>
                  <a:pt x="11781" y="15648"/>
                  <a:pt x="11600" y="14537"/>
                  <a:pt x="11269" y="12630"/>
                </a:cubicBezTo>
                <a:cubicBezTo>
                  <a:pt x="11951" y="14885"/>
                  <a:pt x="13043" y="17250"/>
                  <a:pt x="14993" y="18635"/>
                </a:cubicBezTo>
                <a:cubicBezTo>
                  <a:pt x="16072" y="19402"/>
                  <a:pt x="17427" y="19567"/>
                  <a:pt x="18551" y="18800"/>
                </a:cubicBezTo>
                <a:cubicBezTo>
                  <a:pt x="19117" y="18413"/>
                  <a:pt x="19560" y="17853"/>
                  <a:pt x="19862" y="17231"/>
                </a:cubicBezTo>
                <a:cubicBezTo>
                  <a:pt x="20278" y="16373"/>
                  <a:pt x="20420" y="15300"/>
                  <a:pt x="19934" y="14481"/>
                </a:cubicBezTo>
                <a:cubicBezTo>
                  <a:pt x="19782" y="14226"/>
                  <a:pt x="19567" y="13954"/>
                  <a:pt x="19649" y="13668"/>
                </a:cubicBezTo>
                <a:cubicBezTo>
                  <a:pt x="19706" y="13468"/>
                  <a:pt x="19892" y="13341"/>
                  <a:pt x="20055" y="13215"/>
                </a:cubicBezTo>
                <a:cubicBezTo>
                  <a:pt x="20962" y="12516"/>
                  <a:pt x="21471" y="11318"/>
                  <a:pt x="21351" y="10167"/>
                </a:cubicBezTo>
                <a:cubicBezTo>
                  <a:pt x="21211" y="8822"/>
                  <a:pt x="20232" y="7653"/>
                  <a:pt x="18948" y="7305"/>
                </a:cubicBezTo>
                <a:cubicBezTo>
                  <a:pt x="18560" y="7200"/>
                  <a:pt x="18158" y="7163"/>
                  <a:pt x="17757" y="7174"/>
                </a:cubicBezTo>
                <a:cubicBezTo>
                  <a:pt x="17355" y="7186"/>
                  <a:pt x="16952" y="7249"/>
                  <a:pt x="16561" y="7345"/>
                </a:cubicBezTo>
                <a:cubicBezTo>
                  <a:pt x="14553" y="7839"/>
                  <a:pt x="12404" y="9092"/>
                  <a:pt x="10824" y="10470"/>
                </a:cubicBezTo>
                <a:cubicBezTo>
                  <a:pt x="10823" y="10466"/>
                  <a:pt x="10822" y="10463"/>
                  <a:pt x="10821" y="10459"/>
                </a:cubicBezTo>
                <a:cubicBezTo>
                  <a:pt x="12469" y="9075"/>
                  <a:pt x="14105" y="7653"/>
                  <a:pt x="14794" y="5856"/>
                </a:cubicBezTo>
                <a:cubicBezTo>
                  <a:pt x="15511" y="3987"/>
                  <a:pt x="15461" y="1573"/>
                  <a:pt x="13268" y="402"/>
                </a:cubicBezTo>
                <a:cubicBezTo>
                  <a:pt x="12772" y="138"/>
                  <a:pt x="12206" y="2"/>
                  <a:pt x="1163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" name="Google Shape;79;p14"/>
          <p:cNvSpPr/>
          <p:nvPr>
            <p:ph idx="2" type="pic"/>
          </p:nvPr>
        </p:nvSpPr>
        <p:spPr>
          <a:xfrm>
            <a:off x="3630010" y="361695"/>
            <a:ext cx="17425725" cy="11617151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 showMasterSp="0">
  <p:cSld name="Title, Bullets &amp; Photo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>
            <p:ph idx="2" type="pic"/>
          </p:nvPr>
        </p:nvSpPr>
        <p:spPr>
          <a:xfrm>
            <a:off x="10013453" y="3643312"/>
            <a:ext cx="13260587" cy="8840392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676253" y="790922"/>
            <a:ext cx="19551750" cy="216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578485" lvl="0" marL="4572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Avenir"/>
              <a:buChar char="•"/>
              <a:defRPr sz="3800"/>
            </a:lvl1pPr>
            <a:lvl2pPr indent="-578485" lvl="1" marL="9144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Avenir"/>
              <a:buChar char="•"/>
              <a:defRPr sz="3800"/>
            </a:lvl2pPr>
            <a:lvl3pPr indent="-578485" lvl="2" marL="13716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Avenir"/>
              <a:buChar char="•"/>
              <a:defRPr sz="3800"/>
            </a:lvl3pPr>
            <a:lvl4pPr indent="-578485" lvl="3" marL="18288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Avenir"/>
              <a:buChar char="•"/>
              <a:defRPr sz="3800"/>
            </a:lvl4pPr>
            <a:lvl5pPr indent="-578485" lvl="4" marL="22860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Avenir"/>
              <a:buChar char="•"/>
              <a:defRPr sz="38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85" name="Google Shape;85;p15"/>
          <p:cNvSpPr/>
          <p:nvPr/>
        </p:nvSpPr>
        <p:spPr>
          <a:xfrm>
            <a:off x="345285" y="357187"/>
            <a:ext cx="3068942" cy="3036095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281436" y="1207373"/>
            <a:ext cx="1196640" cy="1335723"/>
          </a:xfrm>
          <a:custGeom>
            <a:rect b="b" l="l" r="r" t="t"/>
            <a:pathLst>
              <a:path extrusionOk="0" h="21354" w="21059">
                <a:moveTo>
                  <a:pt x="10529" y="0"/>
                </a:moveTo>
                <a:cubicBezTo>
                  <a:pt x="9820" y="0"/>
                  <a:pt x="9110" y="245"/>
                  <a:pt x="8569" y="737"/>
                </a:cubicBezTo>
                <a:cubicBezTo>
                  <a:pt x="7487" y="1720"/>
                  <a:pt x="7487" y="3315"/>
                  <a:pt x="8569" y="4298"/>
                </a:cubicBezTo>
                <a:cubicBezTo>
                  <a:pt x="8826" y="4531"/>
                  <a:pt x="9128" y="4691"/>
                  <a:pt x="9444" y="4812"/>
                </a:cubicBezTo>
                <a:lnTo>
                  <a:pt x="9444" y="4832"/>
                </a:lnTo>
                <a:cubicBezTo>
                  <a:pt x="9543" y="4868"/>
                  <a:pt x="9613" y="4954"/>
                  <a:pt x="9616" y="5056"/>
                </a:cubicBezTo>
                <a:lnTo>
                  <a:pt x="9616" y="9232"/>
                </a:lnTo>
                <a:lnTo>
                  <a:pt x="5646" y="7128"/>
                </a:lnTo>
                <a:cubicBezTo>
                  <a:pt x="5550" y="7074"/>
                  <a:pt x="5504" y="6975"/>
                  <a:pt x="5520" y="6879"/>
                </a:cubicBezTo>
                <a:lnTo>
                  <a:pt x="5515" y="6877"/>
                </a:lnTo>
                <a:cubicBezTo>
                  <a:pt x="5617" y="6133"/>
                  <a:pt x="5360" y="5355"/>
                  <a:pt x="4731" y="4783"/>
                </a:cubicBezTo>
                <a:cubicBezTo>
                  <a:pt x="4190" y="4292"/>
                  <a:pt x="3480" y="4047"/>
                  <a:pt x="2771" y="4047"/>
                </a:cubicBezTo>
                <a:cubicBezTo>
                  <a:pt x="2062" y="4047"/>
                  <a:pt x="1352" y="4292"/>
                  <a:pt x="811" y="4783"/>
                </a:cubicBezTo>
                <a:cubicBezTo>
                  <a:pt x="-271" y="5766"/>
                  <a:pt x="-271" y="7361"/>
                  <a:pt x="811" y="8344"/>
                </a:cubicBezTo>
                <a:cubicBezTo>
                  <a:pt x="1793" y="9237"/>
                  <a:pt x="3320" y="9300"/>
                  <a:pt x="4404" y="8571"/>
                </a:cubicBezTo>
                <a:lnTo>
                  <a:pt x="4426" y="8583"/>
                </a:lnTo>
                <a:cubicBezTo>
                  <a:pt x="4510" y="8524"/>
                  <a:pt x="4626" y="8514"/>
                  <a:pt x="4724" y="8561"/>
                </a:cubicBezTo>
                <a:cubicBezTo>
                  <a:pt x="4725" y="8561"/>
                  <a:pt x="4726" y="8561"/>
                  <a:pt x="4727" y="8561"/>
                </a:cubicBezTo>
                <a:lnTo>
                  <a:pt x="8719" y="10677"/>
                </a:lnTo>
                <a:lnTo>
                  <a:pt x="4727" y="12793"/>
                </a:lnTo>
                <a:cubicBezTo>
                  <a:pt x="4726" y="12793"/>
                  <a:pt x="4725" y="12792"/>
                  <a:pt x="4724" y="12793"/>
                </a:cubicBezTo>
                <a:cubicBezTo>
                  <a:pt x="4626" y="12840"/>
                  <a:pt x="4510" y="12830"/>
                  <a:pt x="4426" y="12770"/>
                </a:cubicBezTo>
                <a:lnTo>
                  <a:pt x="4406" y="12783"/>
                </a:lnTo>
                <a:cubicBezTo>
                  <a:pt x="3920" y="12453"/>
                  <a:pt x="3350" y="12273"/>
                  <a:pt x="2771" y="12273"/>
                </a:cubicBezTo>
                <a:cubicBezTo>
                  <a:pt x="2062" y="12273"/>
                  <a:pt x="1352" y="12518"/>
                  <a:pt x="811" y="13009"/>
                </a:cubicBezTo>
                <a:cubicBezTo>
                  <a:pt x="-271" y="13992"/>
                  <a:pt x="-271" y="15587"/>
                  <a:pt x="811" y="16570"/>
                </a:cubicBezTo>
                <a:cubicBezTo>
                  <a:pt x="1893" y="17553"/>
                  <a:pt x="3649" y="17553"/>
                  <a:pt x="4731" y="16570"/>
                </a:cubicBezTo>
                <a:cubicBezTo>
                  <a:pt x="5360" y="15999"/>
                  <a:pt x="5618" y="15220"/>
                  <a:pt x="5515" y="14475"/>
                </a:cubicBezTo>
                <a:lnTo>
                  <a:pt x="5520" y="14473"/>
                </a:lnTo>
                <a:cubicBezTo>
                  <a:pt x="5504" y="14377"/>
                  <a:pt x="5553" y="14280"/>
                  <a:pt x="5648" y="14226"/>
                </a:cubicBezTo>
                <a:lnTo>
                  <a:pt x="9616" y="12122"/>
                </a:lnTo>
                <a:lnTo>
                  <a:pt x="9616" y="16295"/>
                </a:lnTo>
                <a:cubicBezTo>
                  <a:pt x="9613" y="16397"/>
                  <a:pt x="9543" y="16484"/>
                  <a:pt x="9444" y="16520"/>
                </a:cubicBezTo>
                <a:lnTo>
                  <a:pt x="9444" y="16542"/>
                </a:lnTo>
                <a:cubicBezTo>
                  <a:pt x="9128" y="16663"/>
                  <a:pt x="8826" y="16822"/>
                  <a:pt x="8569" y="17056"/>
                </a:cubicBezTo>
                <a:cubicBezTo>
                  <a:pt x="7487" y="18039"/>
                  <a:pt x="7487" y="19634"/>
                  <a:pt x="8569" y="20617"/>
                </a:cubicBezTo>
                <a:cubicBezTo>
                  <a:pt x="9651" y="21600"/>
                  <a:pt x="11407" y="21600"/>
                  <a:pt x="12489" y="20617"/>
                </a:cubicBezTo>
                <a:cubicBezTo>
                  <a:pt x="13571" y="19634"/>
                  <a:pt x="13571" y="18039"/>
                  <a:pt x="12489" y="17056"/>
                </a:cubicBezTo>
                <a:cubicBezTo>
                  <a:pt x="12231" y="16822"/>
                  <a:pt x="11930" y="16663"/>
                  <a:pt x="11614" y="16542"/>
                </a:cubicBezTo>
                <a:lnTo>
                  <a:pt x="11614" y="16520"/>
                </a:lnTo>
                <a:cubicBezTo>
                  <a:pt x="11517" y="16485"/>
                  <a:pt x="11450" y="16400"/>
                  <a:pt x="11444" y="16301"/>
                </a:cubicBezTo>
                <a:lnTo>
                  <a:pt x="11444" y="12122"/>
                </a:lnTo>
                <a:lnTo>
                  <a:pt x="15410" y="14224"/>
                </a:lnTo>
                <a:lnTo>
                  <a:pt x="15410" y="14226"/>
                </a:lnTo>
                <a:cubicBezTo>
                  <a:pt x="15505" y="14280"/>
                  <a:pt x="15554" y="14377"/>
                  <a:pt x="15538" y="14473"/>
                </a:cubicBezTo>
                <a:lnTo>
                  <a:pt x="15545" y="14477"/>
                </a:lnTo>
                <a:cubicBezTo>
                  <a:pt x="15443" y="15221"/>
                  <a:pt x="15701" y="15999"/>
                  <a:pt x="16329" y="16570"/>
                </a:cubicBezTo>
                <a:cubicBezTo>
                  <a:pt x="17411" y="17553"/>
                  <a:pt x="19165" y="17553"/>
                  <a:pt x="20247" y="16570"/>
                </a:cubicBezTo>
                <a:cubicBezTo>
                  <a:pt x="21329" y="15587"/>
                  <a:pt x="21329" y="13992"/>
                  <a:pt x="20247" y="13009"/>
                </a:cubicBezTo>
                <a:cubicBezTo>
                  <a:pt x="19706" y="12518"/>
                  <a:pt x="18996" y="12273"/>
                  <a:pt x="18287" y="12273"/>
                </a:cubicBezTo>
                <a:cubicBezTo>
                  <a:pt x="17708" y="12273"/>
                  <a:pt x="17140" y="12453"/>
                  <a:pt x="16654" y="12783"/>
                </a:cubicBezTo>
                <a:lnTo>
                  <a:pt x="16632" y="12770"/>
                </a:lnTo>
                <a:cubicBezTo>
                  <a:pt x="16549" y="12829"/>
                  <a:pt x="16434" y="12839"/>
                  <a:pt x="16336" y="12793"/>
                </a:cubicBezTo>
                <a:lnTo>
                  <a:pt x="12341" y="10677"/>
                </a:lnTo>
                <a:lnTo>
                  <a:pt x="16334" y="8561"/>
                </a:lnTo>
                <a:lnTo>
                  <a:pt x="16336" y="8561"/>
                </a:lnTo>
                <a:cubicBezTo>
                  <a:pt x="16434" y="8514"/>
                  <a:pt x="16551" y="8524"/>
                  <a:pt x="16634" y="8583"/>
                </a:cubicBezTo>
                <a:lnTo>
                  <a:pt x="16656" y="8571"/>
                </a:lnTo>
                <a:cubicBezTo>
                  <a:pt x="17740" y="9300"/>
                  <a:pt x="19265" y="9237"/>
                  <a:pt x="20247" y="8344"/>
                </a:cubicBezTo>
                <a:cubicBezTo>
                  <a:pt x="21329" y="7361"/>
                  <a:pt x="21329" y="5766"/>
                  <a:pt x="20247" y="4783"/>
                </a:cubicBezTo>
                <a:cubicBezTo>
                  <a:pt x="19706" y="4292"/>
                  <a:pt x="18996" y="4047"/>
                  <a:pt x="18287" y="4047"/>
                </a:cubicBezTo>
                <a:cubicBezTo>
                  <a:pt x="17578" y="4047"/>
                  <a:pt x="16870" y="4292"/>
                  <a:pt x="16329" y="4783"/>
                </a:cubicBezTo>
                <a:cubicBezTo>
                  <a:pt x="15701" y="5354"/>
                  <a:pt x="15444" y="6131"/>
                  <a:pt x="15545" y="6875"/>
                </a:cubicBezTo>
                <a:lnTo>
                  <a:pt x="15538" y="6879"/>
                </a:lnTo>
                <a:cubicBezTo>
                  <a:pt x="15554" y="6975"/>
                  <a:pt x="15508" y="7074"/>
                  <a:pt x="15412" y="7128"/>
                </a:cubicBezTo>
                <a:lnTo>
                  <a:pt x="11444" y="9232"/>
                </a:lnTo>
                <a:lnTo>
                  <a:pt x="11444" y="5050"/>
                </a:lnTo>
                <a:cubicBezTo>
                  <a:pt x="11450" y="4951"/>
                  <a:pt x="11517" y="4867"/>
                  <a:pt x="11614" y="4832"/>
                </a:cubicBezTo>
                <a:lnTo>
                  <a:pt x="11614" y="4812"/>
                </a:lnTo>
                <a:cubicBezTo>
                  <a:pt x="11930" y="4691"/>
                  <a:pt x="12232" y="4531"/>
                  <a:pt x="12489" y="4298"/>
                </a:cubicBezTo>
                <a:cubicBezTo>
                  <a:pt x="13571" y="3315"/>
                  <a:pt x="13571" y="1720"/>
                  <a:pt x="12489" y="737"/>
                </a:cubicBezTo>
                <a:cubicBezTo>
                  <a:pt x="11948" y="245"/>
                  <a:pt x="11238" y="0"/>
                  <a:pt x="105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 copy" showMasterSp="0">
  <p:cSld name="Title, Bullets &amp; Photo cop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>
            <p:ph idx="2" type="pic"/>
          </p:nvPr>
        </p:nvSpPr>
        <p:spPr>
          <a:xfrm>
            <a:off x="4740175" y="3490529"/>
            <a:ext cx="13260587" cy="8840391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16"/>
          <p:cNvSpPr/>
          <p:nvPr/>
        </p:nvSpPr>
        <p:spPr>
          <a:xfrm>
            <a:off x="345285" y="357187"/>
            <a:ext cx="3068942" cy="3036095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281436" y="1207373"/>
            <a:ext cx="1196640" cy="1335723"/>
          </a:xfrm>
          <a:custGeom>
            <a:rect b="b" l="l" r="r" t="t"/>
            <a:pathLst>
              <a:path extrusionOk="0" h="21354" w="21059">
                <a:moveTo>
                  <a:pt x="10529" y="0"/>
                </a:moveTo>
                <a:cubicBezTo>
                  <a:pt x="9820" y="0"/>
                  <a:pt x="9110" y="245"/>
                  <a:pt x="8569" y="737"/>
                </a:cubicBezTo>
                <a:cubicBezTo>
                  <a:pt x="7487" y="1720"/>
                  <a:pt x="7487" y="3315"/>
                  <a:pt x="8569" y="4298"/>
                </a:cubicBezTo>
                <a:cubicBezTo>
                  <a:pt x="8826" y="4531"/>
                  <a:pt x="9128" y="4691"/>
                  <a:pt x="9444" y="4812"/>
                </a:cubicBezTo>
                <a:lnTo>
                  <a:pt x="9444" y="4832"/>
                </a:lnTo>
                <a:cubicBezTo>
                  <a:pt x="9543" y="4868"/>
                  <a:pt x="9613" y="4954"/>
                  <a:pt x="9616" y="5056"/>
                </a:cubicBezTo>
                <a:lnTo>
                  <a:pt x="9616" y="9232"/>
                </a:lnTo>
                <a:lnTo>
                  <a:pt x="5646" y="7128"/>
                </a:lnTo>
                <a:cubicBezTo>
                  <a:pt x="5550" y="7074"/>
                  <a:pt x="5504" y="6975"/>
                  <a:pt x="5520" y="6879"/>
                </a:cubicBezTo>
                <a:lnTo>
                  <a:pt x="5515" y="6877"/>
                </a:lnTo>
                <a:cubicBezTo>
                  <a:pt x="5617" y="6133"/>
                  <a:pt x="5360" y="5355"/>
                  <a:pt x="4731" y="4783"/>
                </a:cubicBezTo>
                <a:cubicBezTo>
                  <a:pt x="4190" y="4292"/>
                  <a:pt x="3480" y="4047"/>
                  <a:pt x="2771" y="4047"/>
                </a:cubicBezTo>
                <a:cubicBezTo>
                  <a:pt x="2062" y="4047"/>
                  <a:pt x="1352" y="4292"/>
                  <a:pt x="811" y="4783"/>
                </a:cubicBezTo>
                <a:cubicBezTo>
                  <a:pt x="-271" y="5766"/>
                  <a:pt x="-271" y="7361"/>
                  <a:pt x="811" y="8344"/>
                </a:cubicBezTo>
                <a:cubicBezTo>
                  <a:pt x="1793" y="9237"/>
                  <a:pt x="3320" y="9300"/>
                  <a:pt x="4404" y="8571"/>
                </a:cubicBezTo>
                <a:lnTo>
                  <a:pt x="4426" y="8583"/>
                </a:lnTo>
                <a:cubicBezTo>
                  <a:pt x="4510" y="8524"/>
                  <a:pt x="4626" y="8514"/>
                  <a:pt x="4724" y="8561"/>
                </a:cubicBezTo>
                <a:cubicBezTo>
                  <a:pt x="4725" y="8561"/>
                  <a:pt x="4726" y="8561"/>
                  <a:pt x="4727" y="8561"/>
                </a:cubicBezTo>
                <a:lnTo>
                  <a:pt x="8719" y="10677"/>
                </a:lnTo>
                <a:lnTo>
                  <a:pt x="4727" y="12793"/>
                </a:lnTo>
                <a:cubicBezTo>
                  <a:pt x="4726" y="12793"/>
                  <a:pt x="4725" y="12792"/>
                  <a:pt x="4724" y="12793"/>
                </a:cubicBezTo>
                <a:cubicBezTo>
                  <a:pt x="4626" y="12840"/>
                  <a:pt x="4510" y="12830"/>
                  <a:pt x="4426" y="12770"/>
                </a:cubicBezTo>
                <a:lnTo>
                  <a:pt x="4406" y="12783"/>
                </a:lnTo>
                <a:cubicBezTo>
                  <a:pt x="3920" y="12453"/>
                  <a:pt x="3350" y="12273"/>
                  <a:pt x="2771" y="12273"/>
                </a:cubicBezTo>
                <a:cubicBezTo>
                  <a:pt x="2062" y="12273"/>
                  <a:pt x="1352" y="12518"/>
                  <a:pt x="811" y="13009"/>
                </a:cubicBezTo>
                <a:cubicBezTo>
                  <a:pt x="-271" y="13992"/>
                  <a:pt x="-271" y="15587"/>
                  <a:pt x="811" y="16570"/>
                </a:cubicBezTo>
                <a:cubicBezTo>
                  <a:pt x="1893" y="17553"/>
                  <a:pt x="3649" y="17553"/>
                  <a:pt x="4731" y="16570"/>
                </a:cubicBezTo>
                <a:cubicBezTo>
                  <a:pt x="5360" y="15999"/>
                  <a:pt x="5618" y="15220"/>
                  <a:pt x="5515" y="14475"/>
                </a:cubicBezTo>
                <a:lnTo>
                  <a:pt x="5520" y="14473"/>
                </a:lnTo>
                <a:cubicBezTo>
                  <a:pt x="5504" y="14377"/>
                  <a:pt x="5553" y="14280"/>
                  <a:pt x="5648" y="14226"/>
                </a:cubicBezTo>
                <a:lnTo>
                  <a:pt x="9616" y="12122"/>
                </a:lnTo>
                <a:lnTo>
                  <a:pt x="9616" y="16295"/>
                </a:lnTo>
                <a:cubicBezTo>
                  <a:pt x="9613" y="16397"/>
                  <a:pt x="9543" y="16484"/>
                  <a:pt x="9444" y="16520"/>
                </a:cubicBezTo>
                <a:lnTo>
                  <a:pt x="9444" y="16542"/>
                </a:lnTo>
                <a:cubicBezTo>
                  <a:pt x="9128" y="16663"/>
                  <a:pt x="8826" y="16822"/>
                  <a:pt x="8569" y="17056"/>
                </a:cubicBezTo>
                <a:cubicBezTo>
                  <a:pt x="7487" y="18039"/>
                  <a:pt x="7487" y="19634"/>
                  <a:pt x="8569" y="20617"/>
                </a:cubicBezTo>
                <a:cubicBezTo>
                  <a:pt x="9651" y="21600"/>
                  <a:pt x="11407" y="21600"/>
                  <a:pt x="12489" y="20617"/>
                </a:cubicBezTo>
                <a:cubicBezTo>
                  <a:pt x="13571" y="19634"/>
                  <a:pt x="13571" y="18039"/>
                  <a:pt x="12489" y="17056"/>
                </a:cubicBezTo>
                <a:cubicBezTo>
                  <a:pt x="12231" y="16822"/>
                  <a:pt x="11930" y="16663"/>
                  <a:pt x="11614" y="16542"/>
                </a:cubicBezTo>
                <a:lnTo>
                  <a:pt x="11614" y="16520"/>
                </a:lnTo>
                <a:cubicBezTo>
                  <a:pt x="11517" y="16485"/>
                  <a:pt x="11450" y="16400"/>
                  <a:pt x="11444" y="16301"/>
                </a:cubicBezTo>
                <a:lnTo>
                  <a:pt x="11444" y="12122"/>
                </a:lnTo>
                <a:lnTo>
                  <a:pt x="15410" y="14224"/>
                </a:lnTo>
                <a:lnTo>
                  <a:pt x="15410" y="14226"/>
                </a:lnTo>
                <a:cubicBezTo>
                  <a:pt x="15505" y="14280"/>
                  <a:pt x="15554" y="14377"/>
                  <a:pt x="15538" y="14473"/>
                </a:cubicBezTo>
                <a:lnTo>
                  <a:pt x="15545" y="14477"/>
                </a:lnTo>
                <a:cubicBezTo>
                  <a:pt x="15443" y="15221"/>
                  <a:pt x="15701" y="15999"/>
                  <a:pt x="16329" y="16570"/>
                </a:cubicBezTo>
                <a:cubicBezTo>
                  <a:pt x="17411" y="17553"/>
                  <a:pt x="19165" y="17553"/>
                  <a:pt x="20247" y="16570"/>
                </a:cubicBezTo>
                <a:cubicBezTo>
                  <a:pt x="21329" y="15587"/>
                  <a:pt x="21329" y="13992"/>
                  <a:pt x="20247" y="13009"/>
                </a:cubicBezTo>
                <a:cubicBezTo>
                  <a:pt x="19706" y="12518"/>
                  <a:pt x="18996" y="12273"/>
                  <a:pt x="18287" y="12273"/>
                </a:cubicBezTo>
                <a:cubicBezTo>
                  <a:pt x="17708" y="12273"/>
                  <a:pt x="17140" y="12453"/>
                  <a:pt x="16654" y="12783"/>
                </a:cubicBezTo>
                <a:lnTo>
                  <a:pt x="16632" y="12770"/>
                </a:lnTo>
                <a:cubicBezTo>
                  <a:pt x="16549" y="12829"/>
                  <a:pt x="16434" y="12839"/>
                  <a:pt x="16336" y="12793"/>
                </a:cubicBezTo>
                <a:lnTo>
                  <a:pt x="12341" y="10677"/>
                </a:lnTo>
                <a:lnTo>
                  <a:pt x="16334" y="8561"/>
                </a:lnTo>
                <a:lnTo>
                  <a:pt x="16336" y="8561"/>
                </a:lnTo>
                <a:cubicBezTo>
                  <a:pt x="16434" y="8514"/>
                  <a:pt x="16551" y="8524"/>
                  <a:pt x="16634" y="8583"/>
                </a:cubicBezTo>
                <a:lnTo>
                  <a:pt x="16656" y="8571"/>
                </a:lnTo>
                <a:cubicBezTo>
                  <a:pt x="17740" y="9300"/>
                  <a:pt x="19265" y="9237"/>
                  <a:pt x="20247" y="8344"/>
                </a:cubicBezTo>
                <a:cubicBezTo>
                  <a:pt x="21329" y="7361"/>
                  <a:pt x="21329" y="5766"/>
                  <a:pt x="20247" y="4783"/>
                </a:cubicBezTo>
                <a:cubicBezTo>
                  <a:pt x="19706" y="4292"/>
                  <a:pt x="18996" y="4047"/>
                  <a:pt x="18287" y="4047"/>
                </a:cubicBezTo>
                <a:cubicBezTo>
                  <a:pt x="17578" y="4047"/>
                  <a:pt x="16870" y="4292"/>
                  <a:pt x="16329" y="4783"/>
                </a:cubicBezTo>
                <a:cubicBezTo>
                  <a:pt x="15701" y="5354"/>
                  <a:pt x="15444" y="6131"/>
                  <a:pt x="15545" y="6875"/>
                </a:cubicBezTo>
                <a:lnTo>
                  <a:pt x="15538" y="6879"/>
                </a:lnTo>
                <a:cubicBezTo>
                  <a:pt x="15554" y="6975"/>
                  <a:pt x="15508" y="7074"/>
                  <a:pt x="15412" y="7128"/>
                </a:cubicBezTo>
                <a:lnTo>
                  <a:pt x="11444" y="9232"/>
                </a:lnTo>
                <a:lnTo>
                  <a:pt x="11444" y="5050"/>
                </a:lnTo>
                <a:cubicBezTo>
                  <a:pt x="11450" y="4951"/>
                  <a:pt x="11517" y="4867"/>
                  <a:pt x="11614" y="4832"/>
                </a:cubicBezTo>
                <a:lnTo>
                  <a:pt x="11614" y="4812"/>
                </a:lnTo>
                <a:cubicBezTo>
                  <a:pt x="11930" y="4691"/>
                  <a:pt x="12232" y="4531"/>
                  <a:pt x="12489" y="4298"/>
                </a:cubicBezTo>
                <a:cubicBezTo>
                  <a:pt x="13571" y="3315"/>
                  <a:pt x="13571" y="1720"/>
                  <a:pt x="12489" y="737"/>
                </a:cubicBezTo>
                <a:cubicBezTo>
                  <a:pt x="11948" y="245"/>
                  <a:pt x="11238" y="0"/>
                  <a:pt x="1052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 showMasterSp="0">
  <p:cSld name="Bulle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387453" y="1785937"/>
            <a:ext cx="15609095" cy="1014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 showMasterSp="0">
  <p:cSld name="Photo - 3 Up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>
            <p:ph idx="2" type="pic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8"/>
          <p:cNvSpPr/>
          <p:nvPr>
            <p:ph idx="3" type="pic"/>
          </p:nvPr>
        </p:nvSpPr>
        <p:spPr>
          <a:xfrm>
            <a:off x="-291704" y="1250156"/>
            <a:ext cx="16850319" cy="11233548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833937" y="8947546"/>
            <a:ext cx="14716126" cy="7016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venir"/>
              <a:buNone/>
              <a:defRPr sz="3200">
                <a:latin typeface="Avenir"/>
                <a:ea typeface="Avenir"/>
                <a:cs typeface="Avenir"/>
                <a:sym typeface="Avenir"/>
              </a:defRPr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4833937" y="5957887"/>
            <a:ext cx="14716126" cy="942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venir"/>
              <a:buNone/>
              <a:defRPr sz="4600">
                <a:latin typeface="Avenir"/>
                <a:ea typeface="Avenir"/>
                <a:cs typeface="Avenir"/>
                <a:sym typeface="Avenir"/>
              </a:defRPr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 showMasterSp="0">
  <p:cSld name="Photo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>
            <p:ph idx="2" type="pic"/>
          </p:nvPr>
        </p:nvSpPr>
        <p:spPr>
          <a:xfrm>
            <a:off x="1712269" y="0"/>
            <a:ext cx="20959464" cy="13983891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92859" y="357187"/>
            <a:ext cx="20718265" cy="19526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0700"/>
              <a:buFont typeface="Montserrat"/>
              <a:buNone/>
              <a:defRPr b="1" i="0" sz="10700" u="none" cap="none" strike="noStrike">
                <a:solidFill>
                  <a:srgbClr val="B416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  <a:defRPr b="1" i="0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7" name="Google Shape;7;p1"/>
          <p:cNvSpPr/>
          <p:nvPr/>
        </p:nvSpPr>
        <p:spPr>
          <a:xfrm>
            <a:off x="-1016115" y="-999317"/>
            <a:ext cx="4107968" cy="4064001"/>
          </a:xfrm>
          <a:custGeom>
            <a:rect b="b" l="l" r="r" t="t"/>
            <a:pathLst>
              <a:path extrusionOk="0" h="21600" w="2160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B41600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223658" y="223681"/>
            <a:ext cx="1628422" cy="1618006"/>
          </a:xfrm>
          <a:custGeom>
            <a:rect b="b" l="l" r="r" t="t"/>
            <a:pathLst>
              <a:path extrusionOk="0" h="21600" w="21470">
                <a:moveTo>
                  <a:pt x="10732" y="0"/>
                </a:moveTo>
                <a:cubicBezTo>
                  <a:pt x="10405" y="0"/>
                  <a:pt x="10137" y="271"/>
                  <a:pt x="10137" y="603"/>
                </a:cubicBezTo>
                <a:lnTo>
                  <a:pt x="10137" y="3456"/>
                </a:lnTo>
                <a:lnTo>
                  <a:pt x="7330" y="625"/>
                </a:lnTo>
                <a:cubicBezTo>
                  <a:pt x="7099" y="391"/>
                  <a:pt x="6719" y="391"/>
                  <a:pt x="6488" y="625"/>
                </a:cubicBezTo>
                <a:cubicBezTo>
                  <a:pt x="6257" y="859"/>
                  <a:pt x="6257" y="1244"/>
                  <a:pt x="6488" y="1477"/>
                </a:cubicBezTo>
                <a:lnTo>
                  <a:pt x="10137" y="5155"/>
                </a:lnTo>
                <a:lnTo>
                  <a:pt x="10137" y="6993"/>
                </a:lnTo>
                <a:lnTo>
                  <a:pt x="7442" y="4933"/>
                </a:lnTo>
                <a:lnTo>
                  <a:pt x="7776" y="8542"/>
                </a:lnTo>
                <a:lnTo>
                  <a:pt x="6327" y="7689"/>
                </a:lnTo>
                <a:lnTo>
                  <a:pt x="5012" y="2646"/>
                </a:lnTo>
                <a:cubicBezTo>
                  <a:pt x="4926" y="2325"/>
                  <a:pt x="4604" y="2129"/>
                  <a:pt x="4282" y="2216"/>
                </a:cubicBezTo>
                <a:cubicBezTo>
                  <a:pt x="3966" y="2303"/>
                  <a:pt x="3772" y="2629"/>
                  <a:pt x="3858" y="2955"/>
                </a:cubicBezTo>
                <a:lnTo>
                  <a:pt x="4866" y="6835"/>
                </a:lnTo>
                <a:lnTo>
                  <a:pt x="2199" y="5271"/>
                </a:lnTo>
                <a:cubicBezTo>
                  <a:pt x="1915" y="5102"/>
                  <a:pt x="1551" y="5200"/>
                  <a:pt x="1384" y="5488"/>
                </a:cubicBezTo>
                <a:cubicBezTo>
                  <a:pt x="1218" y="5776"/>
                  <a:pt x="1315" y="6145"/>
                  <a:pt x="1599" y="6314"/>
                </a:cubicBezTo>
                <a:lnTo>
                  <a:pt x="4266" y="7879"/>
                </a:lnTo>
                <a:lnTo>
                  <a:pt x="438" y="8917"/>
                </a:lnTo>
                <a:cubicBezTo>
                  <a:pt x="122" y="9004"/>
                  <a:pt x="-65" y="9335"/>
                  <a:pt x="21" y="9655"/>
                </a:cubicBezTo>
                <a:cubicBezTo>
                  <a:pt x="91" y="9927"/>
                  <a:pt x="331" y="10100"/>
                  <a:pt x="594" y="10100"/>
                </a:cubicBezTo>
                <a:cubicBezTo>
                  <a:pt x="648" y="10100"/>
                  <a:pt x="697" y="10096"/>
                  <a:pt x="750" y="10080"/>
                </a:cubicBezTo>
                <a:lnTo>
                  <a:pt x="5720" y="8727"/>
                </a:lnTo>
                <a:lnTo>
                  <a:pt x="7019" y="9487"/>
                </a:lnTo>
                <a:lnTo>
                  <a:pt x="3980" y="10792"/>
                </a:lnTo>
                <a:lnTo>
                  <a:pt x="7019" y="12096"/>
                </a:lnTo>
                <a:lnTo>
                  <a:pt x="5720" y="12856"/>
                </a:lnTo>
                <a:lnTo>
                  <a:pt x="750" y="11503"/>
                </a:lnTo>
                <a:cubicBezTo>
                  <a:pt x="697" y="11487"/>
                  <a:pt x="648" y="11481"/>
                  <a:pt x="594" y="11481"/>
                </a:cubicBezTo>
                <a:cubicBezTo>
                  <a:pt x="331" y="11481"/>
                  <a:pt x="91" y="11661"/>
                  <a:pt x="21" y="11928"/>
                </a:cubicBezTo>
                <a:cubicBezTo>
                  <a:pt x="-65" y="12248"/>
                  <a:pt x="122" y="12579"/>
                  <a:pt x="438" y="12666"/>
                </a:cubicBezTo>
                <a:lnTo>
                  <a:pt x="4266" y="13704"/>
                </a:lnTo>
                <a:lnTo>
                  <a:pt x="1609" y="15280"/>
                </a:lnTo>
                <a:cubicBezTo>
                  <a:pt x="1325" y="15448"/>
                  <a:pt x="1228" y="15817"/>
                  <a:pt x="1394" y="16105"/>
                </a:cubicBezTo>
                <a:cubicBezTo>
                  <a:pt x="1561" y="16393"/>
                  <a:pt x="1925" y="16491"/>
                  <a:pt x="2209" y="16322"/>
                </a:cubicBezTo>
                <a:lnTo>
                  <a:pt x="4878" y="14758"/>
                </a:lnTo>
                <a:lnTo>
                  <a:pt x="3863" y="18638"/>
                </a:lnTo>
                <a:cubicBezTo>
                  <a:pt x="3777" y="18959"/>
                  <a:pt x="3971" y="19290"/>
                  <a:pt x="4287" y="19377"/>
                </a:cubicBezTo>
                <a:cubicBezTo>
                  <a:pt x="4604" y="19464"/>
                  <a:pt x="4931" y="19268"/>
                  <a:pt x="5017" y="18948"/>
                </a:cubicBezTo>
                <a:lnTo>
                  <a:pt x="6332" y="13911"/>
                </a:lnTo>
                <a:lnTo>
                  <a:pt x="7781" y="13057"/>
                </a:lnTo>
                <a:lnTo>
                  <a:pt x="7449" y="16665"/>
                </a:lnTo>
                <a:lnTo>
                  <a:pt x="10142" y="14605"/>
                </a:lnTo>
                <a:lnTo>
                  <a:pt x="10142" y="16443"/>
                </a:lnTo>
                <a:lnTo>
                  <a:pt x="6493" y="20121"/>
                </a:lnTo>
                <a:cubicBezTo>
                  <a:pt x="6262" y="20355"/>
                  <a:pt x="6257" y="20736"/>
                  <a:pt x="6493" y="20975"/>
                </a:cubicBezTo>
                <a:cubicBezTo>
                  <a:pt x="6724" y="21209"/>
                  <a:pt x="7099" y="21214"/>
                  <a:pt x="7335" y="20975"/>
                </a:cubicBezTo>
                <a:lnTo>
                  <a:pt x="10142" y="18143"/>
                </a:lnTo>
                <a:lnTo>
                  <a:pt x="10142" y="20995"/>
                </a:lnTo>
                <a:cubicBezTo>
                  <a:pt x="10142" y="21327"/>
                  <a:pt x="10410" y="21600"/>
                  <a:pt x="10738" y="21600"/>
                </a:cubicBezTo>
                <a:cubicBezTo>
                  <a:pt x="11065" y="21600"/>
                  <a:pt x="11333" y="21327"/>
                  <a:pt x="11333" y="20995"/>
                </a:cubicBezTo>
                <a:lnTo>
                  <a:pt x="11333" y="18143"/>
                </a:lnTo>
                <a:lnTo>
                  <a:pt x="14140" y="20975"/>
                </a:lnTo>
                <a:cubicBezTo>
                  <a:pt x="14371" y="21209"/>
                  <a:pt x="14751" y="21209"/>
                  <a:pt x="14982" y="20975"/>
                </a:cubicBezTo>
                <a:cubicBezTo>
                  <a:pt x="15213" y="20741"/>
                  <a:pt x="15213" y="20355"/>
                  <a:pt x="14982" y="20121"/>
                </a:cubicBezTo>
                <a:lnTo>
                  <a:pt x="11333" y="16443"/>
                </a:lnTo>
                <a:lnTo>
                  <a:pt x="11333" y="14600"/>
                </a:lnTo>
                <a:lnTo>
                  <a:pt x="14028" y="16660"/>
                </a:lnTo>
                <a:lnTo>
                  <a:pt x="13694" y="13052"/>
                </a:lnTo>
                <a:lnTo>
                  <a:pt x="15143" y="13904"/>
                </a:lnTo>
                <a:lnTo>
                  <a:pt x="16458" y="18942"/>
                </a:lnTo>
                <a:cubicBezTo>
                  <a:pt x="16544" y="19263"/>
                  <a:pt x="16867" y="19459"/>
                  <a:pt x="17189" y="19372"/>
                </a:cubicBezTo>
                <a:cubicBezTo>
                  <a:pt x="17506" y="19285"/>
                  <a:pt x="17698" y="18958"/>
                  <a:pt x="17612" y="18632"/>
                </a:cubicBezTo>
                <a:lnTo>
                  <a:pt x="16604" y="14753"/>
                </a:lnTo>
                <a:lnTo>
                  <a:pt x="19271" y="16317"/>
                </a:lnTo>
                <a:cubicBezTo>
                  <a:pt x="19555" y="16486"/>
                  <a:pt x="19921" y="16388"/>
                  <a:pt x="20087" y="16100"/>
                </a:cubicBezTo>
                <a:cubicBezTo>
                  <a:pt x="20254" y="15812"/>
                  <a:pt x="20157" y="15443"/>
                  <a:pt x="19873" y="15275"/>
                </a:cubicBezTo>
                <a:lnTo>
                  <a:pt x="17204" y="13709"/>
                </a:lnTo>
                <a:lnTo>
                  <a:pt x="21032" y="12671"/>
                </a:lnTo>
                <a:cubicBezTo>
                  <a:pt x="21348" y="12584"/>
                  <a:pt x="21535" y="12253"/>
                  <a:pt x="21449" y="11933"/>
                </a:cubicBezTo>
                <a:cubicBezTo>
                  <a:pt x="21363" y="11666"/>
                  <a:pt x="21122" y="11493"/>
                  <a:pt x="20859" y="11493"/>
                </a:cubicBezTo>
                <a:cubicBezTo>
                  <a:pt x="20805" y="11493"/>
                  <a:pt x="20758" y="11497"/>
                  <a:pt x="20705" y="11513"/>
                </a:cubicBezTo>
                <a:lnTo>
                  <a:pt x="15734" y="12862"/>
                </a:lnTo>
                <a:lnTo>
                  <a:pt x="14436" y="12101"/>
                </a:lnTo>
                <a:lnTo>
                  <a:pt x="17473" y="10797"/>
                </a:lnTo>
                <a:lnTo>
                  <a:pt x="14436" y="9492"/>
                </a:lnTo>
                <a:lnTo>
                  <a:pt x="15734" y="8732"/>
                </a:lnTo>
                <a:lnTo>
                  <a:pt x="20705" y="10085"/>
                </a:lnTo>
                <a:cubicBezTo>
                  <a:pt x="20758" y="10101"/>
                  <a:pt x="20805" y="10107"/>
                  <a:pt x="20859" y="10107"/>
                </a:cubicBezTo>
                <a:cubicBezTo>
                  <a:pt x="21122" y="10107"/>
                  <a:pt x="21364" y="9927"/>
                  <a:pt x="21434" y="9661"/>
                </a:cubicBezTo>
                <a:cubicBezTo>
                  <a:pt x="21520" y="9340"/>
                  <a:pt x="21331" y="9009"/>
                  <a:pt x="21015" y="8922"/>
                </a:cubicBezTo>
                <a:lnTo>
                  <a:pt x="17189" y="7884"/>
                </a:lnTo>
                <a:lnTo>
                  <a:pt x="19856" y="6319"/>
                </a:lnTo>
                <a:cubicBezTo>
                  <a:pt x="20140" y="6150"/>
                  <a:pt x="20237" y="5781"/>
                  <a:pt x="20071" y="5493"/>
                </a:cubicBezTo>
                <a:cubicBezTo>
                  <a:pt x="19904" y="5205"/>
                  <a:pt x="19540" y="5108"/>
                  <a:pt x="19255" y="5276"/>
                </a:cubicBezTo>
                <a:lnTo>
                  <a:pt x="16587" y="6840"/>
                </a:lnTo>
                <a:lnTo>
                  <a:pt x="17597" y="2962"/>
                </a:lnTo>
                <a:cubicBezTo>
                  <a:pt x="17683" y="2641"/>
                  <a:pt x="17489" y="2308"/>
                  <a:pt x="17173" y="2221"/>
                </a:cubicBezTo>
                <a:cubicBezTo>
                  <a:pt x="16856" y="2134"/>
                  <a:pt x="16529" y="2330"/>
                  <a:pt x="16443" y="2651"/>
                </a:cubicBezTo>
                <a:lnTo>
                  <a:pt x="15128" y="7689"/>
                </a:lnTo>
                <a:lnTo>
                  <a:pt x="13679" y="8542"/>
                </a:lnTo>
                <a:lnTo>
                  <a:pt x="14011" y="4933"/>
                </a:lnTo>
                <a:lnTo>
                  <a:pt x="11328" y="6993"/>
                </a:lnTo>
                <a:lnTo>
                  <a:pt x="11328" y="5155"/>
                </a:lnTo>
                <a:lnTo>
                  <a:pt x="14977" y="1477"/>
                </a:lnTo>
                <a:cubicBezTo>
                  <a:pt x="15208" y="1244"/>
                  <a:pt x="15213" y="864"/>
                  <a:pt x="14977" y="625"/>
                </a:cubicBezTo>
                <a:cubicBezTo>
                  <a:pt x="14746" y="391"/>
                  <a:pt x="14371" y="386"/>
                  <a:pt x="14135" y="625"/>
                </a:cubicBezTo>
                <a:lnTo>
                  <a:pt x="11328" y="3456"/>
                </a:lnTo>
                <a:lnTo>
                  <a:pt x="11328" y="603"/>
                </a:lnTo>
                <a:cubicBezTo>
                  <a:pt x="11328" y="271"/>
                  <a:pt x="11060" y="0"/>
                  <a:pt x="10732" y="0"/>
                </a:cubicBezTo>
                <a:close/>
                <a:moveTo>
                  <a:pt x="8881" y="7541"/>
                </a:moveTo>
                <a:lnTo>
                  <a:pt x="10137" y="8504"/>
                </a:lnTo>
                <a:lnTo>
                  <a:pt x="10137" y="9922"/>
                </a:lnTo>
                <a:lnTo>
                  <a:pt x="9042" y="9280"/>
                </a:lnTo>
                <a:lnTo>
                  <a:pt x="8881" y="7541"/>
                </a:lnTo>
                <a:close/>
                <a:moveTo>
                  <a:pt x="12584" y="7541"/>
                </a:moveTo>
                <a:lnTo>
                  <a:pt x="12423" y="9280"/>
                </a:lnTo>
                <a:lnTo>
                  <a:pt x="11328" y="9922"/>
                </a:lnTo>
                <a:lnTo>
                  <a:pt x="11328" y="8504"/>
                </a:lnTo>
                <a:lnTo>
                  <a:pt x="12584" y="7541"/>
                </a:lnTo>
                <a:close/>
                <a:moveTo>
                  <a:pt x="8425" y="10209"/>
                </a:moveTo>
                <a:lnTo>
                  <a:pt x="9535" y="10797"/>
                </a:lnTo>
                <a:lnTo>
                  <a:pt x="8425" y="11384"/>
                </a:lnTo>
                <a:lnTo>
                  <a:pt x="6847" y="10797"/>
                </a:lnTo>
                <a:lnTo>
                  <a:pt x="8425" y="10209"/>
                </a:lnTo>
                <a:close/>
                <a:moveTo>
                  <a:pt x="13040" y="10209"/>
                </a:moveTo>
                <a:lnTo>
                  <a:pt x="14618" y="10797"/>
                </a:lnTo>
                <a:lnTo>
                  <a:pt x="13040" y="11384"/>
                </a:lnTo>
                <a:lnTo>
                  <a:pt x="11930" y="10797"/>
                </a:lnTo>
                <a:lnTo>
                  <a:pt x="13040" y="10209"/>
                </a:lnTo>
                <a:close/>
                <a:moveTo>
                  <a:pt x="11328" y="11666"/>
                </a:moveTo>
                <a:lnTo>
                  <a:pt x="12423" y="12308"/>
                </a:lnTo>
                <a:lnTo>
                  <a:pt x="12584" y="14047"/>
                </a:lnTo>
                <a:lnTo>
                  <a:pt x="11328" y="13089"/>
                </a:lnTo>
                <a:lnTo>
                  <a:pt x="11328" y="11666"/>
                </a:lnTo>
                <a:close/>
                <a:moveTo>
                  <a:pt x="10137" y="11671"/>
                </a:moveTo>
                <a:lnTo>
                  <a:pt x="10137" y="13089"/>
                </a:lnTo>
                <a:lnTo>
                  <a:pt x="8881" y="14052"/>
                </a:lnTo>
                <a:lnTo>
                  <a:pt x="9042" y="12313"/>
                </a:lnTo>
                <a:lnTo>
                  <a:pt x="10137" y="116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venir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6380"/>
              <a:buFont typeface="Avenir"/>
              <a:buChar char="•"/>
              <a:defRPr b="0" i="0" sz="4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853824" y="130730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  <a:defRPr b="0" i="0" sz="34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4833937" y="4472521"/>
            <a:ext cx="14716200" cy="4643400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8960"/>
              <a:buFont typeface="Avenir"/>
              <a:buNone/>
            </a:pPr>
            <a:r>
              <a:rPr i="0" lang="en-US" sz="896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How to successfully defend your FYP Proposal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032400" y="9751100"/>
            <a:ext cx="185136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2"/>
              <a:buFont typeface="Avenir"/>
              <a:buNone/>
            </a:pPr>
            <a:r>
              <a:rPr lang="en-US" sz="3952"/>
              <a:t>Spring </a:t>
            </a:r>
            <a:r>
              <a:rPr b="0" i="0" lang="en-US" sz="3952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202</a:t>
            </a:r>
            <a:r>
              <a:rPr lang="en-US" sz="3952"/>
              <a:t>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2"/>
              <a:buFont typeface="Avenir"/>
              <a:buNone/>
            </a:pPr>
            <a:r>
              <a:rPr b="0" i="0" lang="en-US" sz="3952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FYP Committee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2"/>
              <a:buFont typeface="Avenir"/>
              <a:buNone/>
            </a:pPr>
            <a:r>
              <a:rPr b="0" i="0" lang="en-US" sz="3952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Dr. Amna Basharat | </a:t>
            </a:r>
            <a:r>
              <a:rPr lang="en-US" sz="3952"/>
              <a:t>Ms. Humera Sabir</a:t>
            </a:r>
            <a:r>
              <a:rPr b="0" i="0" lang="en-US" sz="3952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| </a:t>
            </a:r>
            <a:r>
              <a:rPr lang="en-US" sz="3952"/>
              <a:t>Mr. Saad Salman | Mr. Shoaib Mehboob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2"/>
              <a:buFont typeface="Avenir"/>
              <a:buNone/>
            </a:pPr>
            <a:r>
              <a:rPr b="0" i="0" lang="en-US" sz="3952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Department of Computer Science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8"/>
              <a:buFont typeface="Avenir"/>
              <a:buNone/>
            </a:pPr>
            <a:r>
              <a:rPr b="0" i="0" lang="en-US" sz="2128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FAST National University of Computer &amp; Emerging Sciences | Islamabad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12488143" y="4967089"/>
            <a:ext cx="11155859" cy="3781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8624"/>
              <a:buFont typeface="Avenir"/>
              <a:buNone/>
            </a:pPr>
            <a:r>
              <a:rPr lang="en-US" sz="8624"/>
              <a:t>Suggested Presentation Outline</a:t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23037678" y="12198375"/>
            <a:ext cx="411202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200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624586" y="357187"/>
            <a:ext cx="1952442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Suggested Outline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025994" y="3503350"/>
            <a:ext cx="7842600" cy="9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-409494" lvl="0" marL="4094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Project Overview </a:t>
            </a:r>
            <a:endParaRPr/>
          </a:p>
          <a:p>
            <a:pPr indent="-409494" lvl="0" marL="409495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Motivation</a:t>
            </a:r>
            <a:endParaRPr/>
          </a:p>
          <a:p>
            <a:pPr indent="-409494" lvl="0" marL="409495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High Level Goals/Objectives</a:t>
            </a:r>
            <a:endParaRPr/>
          </a:p>
          <a:p>
            <a:pPr indent="-409494" lvl="0" marL="409495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Type of the Project</a:t>
            </a:r>
            <a:endParaRPr/>
          </a:p>
          <a:p>
            <a:pPr indent="-409494" lvl="0" marL="409495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Expected Outcome(s)/ Use(s)/ Impact of the software</a:t>
            </a:r>
            <a:endParaRPr/>
          </a:p>
          <a:p>
            <a:pPr indent="-409494" lvl="0" marL="409494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Project scope/ High level features </a:t>
            </a:r>
            <a:endParaRPr/>
          </a:p>
        </p:txBody>
      </p:sp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22407903" y="12733734"/>
            <a:ext cx="411201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11960719" y="2171575"/>
            <a:ext cx="7842600" cy="97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SzPts val="6380"/>
              <a:buNone/>
            </a:pPr>
            <a:r>
              <a:t/>
            </a:r>
            <a:endParaRPr/>
          </a:p>
          <a:p>
            <a:pPr indent="-409494" lvl="0" marL="409494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Timeline (breakdown of iterations)</a:t>
            </a:r>
            <a:endParaRPr b="1" sz="2948"/>
          </a:p>
          <a:p>
            <a:pPr indent="-477494" lvl="0" marL="611187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CC0000"/>
              </a:buClr>
              <a:buSzPts val="4275"/>
              <a:buChar char="•"/>
            </a:pPr>
            <a:r>
              <a:rPr b="1" lang="en-US" sz="2948">
                <a:solidFill>
                  <a:srgbClr val="CC0000"/>
                </a:solidFill>
              </a:rPr>
              <a:t>Proposed work distribution amongst team members</a:t>
            </a:r>
            <a:endParaRPr b="1" sz="2948">
              <a:solidFill>
                <a:srgbClr val="CC0000"/>
              </a:solidFill>
            </a:endParaRPr>
          </a:p>
          <a:p>
            <a:pPr indent="-409494" lvl="0" marL="409494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Involved tools/ technologies/ skills </a:t>
            </a:r>
            <a:endParaRPr/>
          </a:p>
          <a:p>
            <a:pPr indent="-409494" lvl="0" marL="409494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Expertise and Skills Level </a:t>
            </a:r>
            <a:endParaRPr/>
          </a:p>
          <a:p>
            <a:pPr indent="-409494" lvl="0" marL="409494" rtl="0" algn="l">
              <a:lnSpc>
                <a:spcPct val="100000"/>
              </a:lnSpc>
              <a:spcBef>
                <a:spcPts val="390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venir"/>
              <a:buChar char="•"/>
            </a:pPr>
            <a:r>
              <a:rPr b="1" lang="en-US" sz="2948"/>
              <a:t>References (if any)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What to Focus on?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11603358" y="5725023"/>
            <a:ext cx="12511205" cy="656168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585073" lvl="0" marL="58507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•"/>
            </a:pPr>
            <a:r>
              <a:rPr lang="en-US" sz="4212"/>
              <a:t>Problem Statement</a:t>
            </a:r>
            <a:endParaRPr/>
          </a:p>
          <a:p>
            <a:pPr indent="-585072" lvl="1" marL="9451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-"/>
            </a:pPr>
            <a:r>
              <a:rPr lang="en-US" sz="4212"/>
              <a:t>What is the problem being solved</a:t>
            </a:r>
            <a:endParaRPr/>
          </a:p>
          <a:p>
            <a:pPr indent="-585073" lvl="0" marL="58507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•"/>
            </a:pPr>
            <a:r>
              <a:rPr lang="en-US" sz="4212"/>
              <a:t>Motivation</a:t>
            </a:r>
            <a:endParaRPr/>
          </a:p>
          <a:p>
            <a:pPr indent="-585072" lvl="1" marL="9451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-"/>
            </a:pPr>
            <a:r>
              <a:rPr lang="en-US" sz="4212"/>
              <a:t>The importance of the problem being solved</a:t>
            </a:r>
            <a:endParaRPr/>
          </a:p>
          <a:p>
            <a:pPr indent="-585072" lvl="1" marL="9451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-"/>
            </a:pPr>
            <a:r>
              <a:rPr lang="en-US" sz="4212"/>
              <a:t>Why are you solving it?</a:t>
            </a:r>
            <a:endParaRPr/>
          </a:p>
          <a:p>
            <a:pPr indent="-585073" lvl="0" marL="58507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•"/>
            </a:pPr>
            <a:r>
              <a:rPr lang="en-US" sz="4212"/>
              <a:t>High Level Goals/Objectives</a:t>
            </a:r>
            <a:endParaRPr/>
          </a:p>
          <a:p>
            <a:pPr indent="-585073" lvl="0" marL="58507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•"/>
            </a:pPr>
            <a:r>
              <a:rPr lang="en-US" sz="4212"/>
              <a:t>Project Scope/ High level features </a:t>
            </a:r>
            <a:endParaRPr/>
          </a:p>
          <a:p>
            <a:pPr indent="-585072" lvl="1" marL="9451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7"/>
              <a:buFont typeface="Avenir"/>
              <a:buChar char="-"/>
            </a:pPr>
            <a:r>
              <a:rPr lang="en-US" sz="4212"/>
              <a:t>What your end product would do or look like</a:t>
            </a:r>
            <a:endParaRPr/>
          </a:p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23562491" y="12513262"/>
            <a:ext cx="411201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9520"/>
              <a:buFont typeface="Avenir"/>
              <a:buNone/>
            </a:pPr>
            <a:r>
              <a:rPr lang="en-US" sz="9520"/>
              <a:t>Timeline (breakdown of iterations)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556180" lvl="0" marL="556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6"/>
              <a:buFont typeface="Avenir"/>
              <a:buChar char="•"/>
            </a:pPr>
            <a:r>
              <a:rPr lang="en-US" sz="4004"/>
              <a:t>Must be iterative</a:t>
            </a:r>
            <a:endParaRPr/>
          </a:p>
          <a:p>
            <a:pPr indent="-556180" lvl="0" marL="556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6"/>
              <a:buFont typeface="Avenir"/>
              <a:buChar char="•"/>
            </a:pPr>
            <a:r>
              <a:rPr lang="en-US" sz="4004"/>
              <a:t>Realistic</a:t>
            </a:r>
            <a:endParaRPr/>
          </a:p>
          <a:p>
            <a:pPr indent="-556180" lvl="0" marL="556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6"/>
              <a:buFont typeface="Avenir"/>
              <a:buChar char="•"/>
            </a:pPr>
            <a:r>
              <a:rPr lang="en-US" sz="4004"/>
              <a:t>Intuitive</a:t>
            </a:r>
            <a:endParaRPr/>
          </a:p>
          <a:p>
            <a:pPr indent="-556180" lvl="0" marL="556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6"/>
              <a:buFont typeface="Avenir"/>
              <a:buChar char="•"/>
            </a:pPr>
            <a:r>
              <a:rPr lang="en-US" sz="4004"/>
              <a:t>Use appropriate visuals which are originally made and customized to your scope and project</a:t>
            </a:r>
            <a:endParaRPr/>
          </a:p>
          <a:p>
            <a:pPr indent="-556178" lvl="1" marL="89844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6"/>
              <a:buFont typeface="Avenir"/>
              <a:buChar char="-"/>
            </a:pPr>
            <a:r>
              <a:rPr lang="en-US" sz="4004"/>
              <a:t>Make use of suitable diagramming/charting tools</a:t>
            </a:r>
            <a:endParaRPr/>
          </a:p>
        </p:txBody>
      </p:sp>
      <p:sp>
        <p:nvSpPr>
          <p:cNvPr id="143" name="Google Shape;143;p26"/>
          <p:cNvSpPr txBox="1"/>
          <p:nvPr>
            <p:ph idx="12" type="sldNum"/>
          </p:nvPr>
        </p:nvSpPr>
        <p:spPr>
          <a:xfrm>
            <a:off x="23562491" y="12513262"/>
            <a:ext cx="411201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For R&amp;D Projects 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204557" lvl="0" marL="60674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34"/>
              <a:buFont typeface="Avenir"/>
              <a:buNone/>
            </a:pPr>
            <a:r>
              <a:t/>
            </a:r>
            <a:endParaRPr sz="4368"/>
          </a:p>
          <a:p>
            <a:pPr indent="-606741" lvl="0" marL="60674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34"/>
              <a:buFont typeface="Avenir"/>
              <a:buChar char="•"/>
            </a:pPr>
            <a:r>
              <a:rPr lang="en-US" sz="4368"/>
              <a:t>Motivation (Research Gap)</a:t>
            </a:r>
            <a:endParaRPr/>
          </a:p>
          <a:p>
            <a:pPr indent="-606741" lvl="1" marL="98012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34"/>
              <a:buFont typeface="Avenir"/>
              <a:buChar char="-"/>
            </a:pPr>
            <a:r>
              <a:rPr lang="en-US" sz="4368"/>
              <a:t>Must be established in the light of related similar work</a:t>
            </a:r>
            <a:endParaRPr/>
          </a:p>
          <a:p>
            <a:pPr indent="-606741" lvl="1" marL="98012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34"/>
              <a:buFont typeface="Avenir"/>
              <a:buChar char="-"/>
            </a:pPr>
            <a:r>
              <a:rPr lang="en-US" sz="4368"/>
              <a:t>Must show clear understanding of the research gap that the project is going to fill</a:t>
            </a:r>
            <a:endParaRPr/>
          </a:p>
        </p:txBody>
      </p:sp>
      <p:sp>
        <p:nvSpPr>
          <p:cNvPr id="150" name="Google Shape;150;p27"/>
          <p:cNvSpPr txBox="1"/>
          <p:nvPr>
            <p:ph idx="12" type="sldNum"/>
          </p:nvPr>
        </p:nvSpPr>
        <p:spPr>
          <a:xfrm>
            <a:off x="23562491" y="12513262"/>
            <a:ext cx="411201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References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722312" lvl="0" marL="7223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</a:pPr>
            <a:r>
              <a:rPr lang="en-US" sz="5200">
                <a:latin typeface="Avenir"/>
                <a:ea typeface="Avenir"/>
                <a:cs typeface="Avenir"/>
                <a:sym typeface="Avenir"/>
              </a:rPr>
              <a:t>Make sure you follow a standard referencing format.</a:t>
            </a:r>
            <a:endParaRPr/>
          </a:p>
        </p:txBody>
      </p:sp>
      <p:sp>
        <p:nvSpPr>
          <p:cNvPr id="157" name="Google Shape;157;p28"/>
          <p:cNvSpPr txBox="1"/>
          <p:nvPr>
            <p:ph idx="12" type="sldNum"/>
          </p:nvPr>
        </p:nvSpPr>
        <p:spPr>
          <a:xfrm>
            <a:off x="23562491" y="12513262"/>
            <a:ext cx="411201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0304"/>
              <a:buFont typeface="Avenir"/>
              <a:buNone/>
            </a:pPr>
            <a:r>
              <a:rPr lang="en-US" sz="10304"/>
              <a:t>The Most Important Guideline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11603350" y="5725025"/>
            <a:ext cx="12511200" cy="7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 lnSpcReduction="20000"/>
          </a:bodyPr>
          <a:lstStyle/>
          <a:p>
            <a:pPr indent="-570626" lvl="0" marL="5706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•"/>
            </a:pPr>
            <a:r>
              <a:rPr lang="en-US" sz="4108"/>
              <a:t>Use this as a suggestive guideline</a:t>
            </a:r>
            <a:endParaRPr/>
          </a:p>
          <a:p>
            <a:pPr indent="-570626" lvl="0" marL="5706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•"/>
            </a:pPr>
            <a:r>
              <a:rPr lang="en-US" sz="4108"/>
              <a:t>Tell us a well connected story</a:t>
            </a:r>
            <a:endParaRPr/>
          </a:p>
          <a:p>
            <a:pPr indent="-570626" lvl="1" marL="92178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-"/>
            </a:pPr>
            <a:r>
              <a:rPr lang="en-US" sz="4108"/>
              <a:t>What </a:t>
            </a:r>
            <a:endParaRPr/>
          </a:p>
          <a:p>
            <a:pPr indent="-570626" lvl="1" marL="92178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-"/>
            </a:pPr>
            <a:r>
              <a:rPr lang="en-US" sz="4108"/>
              <a:t>Why</a:t>
            </a:r>
            <a:endParaRPr/>
          </a:p>
          <a:p>
            <a:pPr indent="-570626" lvl="1" marL="92178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-"/>
            </a:pPr>
            <a:r>
              <a:rPr lang="en-US" sz="4108"/>
              <a:t>How </a:t>
            </a:r>
            <a:endParaRPr/>
          </a:p>
          <a:p>
            <a:pPr indent="-570626" lvl="1" marL="92178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-"/>
            </a:pPr>
            <a:r>
              <a:rPr lang="en-US" sz="4108"/>
              <a:t>…</a:t>
            </a:r>
            <a:endParaRPr/>
          </a:p>
          <a:p>
            <a:pPr indent="-570626" lvl="0" marL="5706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•"/>
            </a:pPr>
            <a:r>
              <a:rPr lang="en-US" sz="4108"/>
              <a:t>Make sure that you ‘communicate’, </a:t>
            </a:r>
            <a:endParaRPr/>
          </a:p>
          <a:p>
            <a:pPr indent="-570626" lvl="1" marL="92178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-"/>
            </a:pPr>
            <a:r>
              <a:rPr lang="en-US" sz="4108"/>
              <a:t>Don’t simply enumerate/narrate the content on the slides</a:t>
            </a:r>
            <a:endParaRPr/>
          </a:p>
          <a:p>
            <a:pPr indent="-570626" lvl="0" marL="57062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57"/>
              <a:buFont typeface="Avenir"/>
              <a:buChar char="•"/>
            </a:pPr>
            <a:r>
              <a:rPr lang="en-US" sz="4108"/>
              <a:t>Convey your understanding</a:t>
            </a:r>
            <a:endParaRPr/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23562491" y="12513262"/>
            <a:ext cx="411201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925461" y="6436023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88"/>
              <a:buFont typeface="Avenir"/>
              <a:buNone/>
            </a:pPr>
            <a:r>
              <a:rPr lang="en-US" sz="8288"/>
              <a:t>Avoiding Common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88"/>
              <a:buFont typeface="Avenir"/>
              <a:buNone/>
            </a:pPr>
            <a:r>
              <a:rPr lang="en-US" sz="8288"/>
              <a:t>Pitfalls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624586" y="357187"/>
            <a:ext cx="1952442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8288"/>
              <a:buFont typeface="Avenir"/>
              <a:buNone/>
            </a:pPr>
            <a:r>
              <a:rPr lang="en-US" sz="8288"/>
              <a:t>Some possible reasons of FYP rejection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4387453" y="3643312"/>
            <a:ext cx="18332020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 lnSpcReduction="10000"/>
          </a:bodyPr>
          <a:lstStyle/>
          <a:p>
            <a:pPr indent="-519509" lvl="0" marL="51950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3"/>
              <a:buFont typeface="Avenir"/>
              <a:buChar char="•"/>
            </a:pPr>
            <a:r>
              <a:rPr lang="en-US" sz="3740"/>
              <a:t>The proposed idea is </a:t>
            </a:r>
            <a:r>
              <a:rPr b="1" lang="en-US"/>
              <a:t>not feasible</a:t>
            </a:r>
            <a:r>
              <a:rPr lang="en-US" sz="3740"/>
              <a:t> or not suitable for an FYP.</a:t>
            </a:r>
            <a:endParaRPr/>
          </a:p>
          <a:p>
            <a:pPr indent="-519509" lvl="0" marL="519509" rtl="0" algn="l">
              <a:lnSpc>
                <a:spcPct val="100000"/>
              </a:lnSpc>
              <a:spcBef>
                <a:spcPts val="5000"/>
              </a:spcBef>
              <a:spcAft>
                <a:spcPts val="0"/>
              </a:spcAft>
              <a:buClr>
                <a:srgbClr val="000000"/>
              </a:buClr>
              <a:buSzPts val="5423"/>
              <a:buFont typeface="Avenir"/>
              <a:buChar char="•"/>
            </a:pPr>
            <a:r>
              <a:rPr lang="en-US" sz="3740"/>
              <a:t> The presented requirements do not involve a</a:t>
            </a:r>
            <a:r>
              <a:rPr b="1" lang="en-US"/>
              <a:t> substantial programming effort </a:t>
            </a:r>
            <a:r>
              <a:rPr lang="en-US" sz="3740"/>
              <a:t>if the involved tools/technologies are known or partially known to the group. </a:t>
            </a:r>
            <a:endParaRPr/>
          </a:p>
          <a:p>
            <a:pPr indent="-519509" lvl="1" marL="897334" rtl="0" algn="l">
              <a:lnSpc>
                <a:spcPct val="100000"/>
              </a:lnSpc>
              <a:spcBef>
                <a:spcPts val="5000"/>
              </a:spcBef>
              <a:spcAft>
                <a:spcPts val="0"/>
              </a:spcAft>
              <a:buClr>
                <a:srgbClr val="000000"/>
              </a:buClr>
              <a:buSzPts val="5423"/>
              <a:buFont typeface="Avenir"/>
              <a:buChar char="-"/>
            </a:pPr>
            <a:r>
              <a:rPr lang="en-US" sz="3740"/>
              <a:t>In case there is a learning curve for the group considering new involved tools/technologies but still the involved programming effort is too limited.</a:t>
            </a:r>
            <a:endParaRPr/>
          </a:p>
          <a:p>
            <a:pPr indent="-519509" lvl="0" marL="519509" rtl="0" algn="l">
              <a:lnSpc>
                <a:spcPct val="100000"/>
              </a:lnSpc>
              <a:spcBef>
                <a:spcPts val="5000"/>
              </a:spcBef>
              <a:spcAft>
                <a:spcPts val="0"/>
              </a:spcAft>
              <a:buClr>
                <a:srgbClr val="000000"/>
              </a:buClr>
              <a:buSzPts val="5423"/>
              <a:buFont typeface="Avenir"/>
              <a:buChar char="•"/>
            </a:pPr>
            <a:r>
              <a:rPr lang="en-US" sz="3740"/>
              <a:t>A similar FYP has </a:t>
            </a:r>
            <a:r>
              <a:rPr b="1" lang="en-US"/>
              <a:t>already been done</a:t>
            </a:r>
            <a:r>
              <a:rPr lang="en-US" sz="3740"/>
              <a:t> in the department and the current FYP does not have more than 50% new features.</a:t>
            </a:r>
            <a:endParaRPr/>
          </a:p>
          <a:p>
            <a:pPr indent="-519509" lvl="0" marL="519509" rtl="0" algn="l">
              <a:lnSpc>
                <a:spcPct val="100000"/>
              </a:lnSpc>
              <a:spcBef>
                <a:spcPts val="5000"/>
              </a:spcBef>
              <a:spcAft>
                <a:spcPts val="0"/>
              </a:spcAft>
              <a:buClr>
                <a:srgbClr val="000000"/>
              </a:buClr>
              <a:buSzPts val="5423"/>
              <a:buFont typeface="Avenir"/>
              <a:buChar char="•"/>
            </a:pPr>
            <a:r>
              <a:rPr lang="en-US" sz="3740"/>
              <a:t>An FYP group </a:t>
            </a:r>
            <a:r>
              <a:rPr b="1" lang="en-US"/>
              <a:t>fails to properly communicate</a:t>
            </a:r>
            <a:r>
              <a:rPr lang="en-US" sz="3740"/>
              <a:t> the requirements of the FYP to the panel (the FYP group lacks understanding of the main requirements of the FYP).</a:t>
            </a:r>
            <a:endParaRPr/>
          </a:p>
        </p:txBody>
      </p: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22280091" y="12733734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Timing your Presentation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657304" lvl="0" marL="6573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61"/>
              <a:buFont typeface="Avenir"/>
              <a:buChar char="•"/>
            </a:pPr>
            <a:r>
              <a:rPr lang="en-US" sz="4732"/>
              <a:t>The 7-10 minutes mandatory "uninterruptible" presentation time will be given to every group.</a:t>
            </a:r>
            <a:endParaRPr/>
          </a:p>
          <a:p>
            <a:pPr indent="-657304" lvl="0" marL="6573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61"/>
              <a:buFont typeface="Avenir"/>
              <a:buChar char="•"/>
            </a:pPr>
            <a:r>
              <a:rPr lang="en-US" sz="4732"/>
              <a:t>Make good use of the given time</a:t>
            </a:r>
            <a:endParaRPr/>
          </a:p>
          <a:p>
            <a:pPr indent="-657304" lvl="0" marL="6573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61"/>
              <a:buFont typeface="Avenir"/>
              <a:buChar char="•"/>
            </a:pPr>
            <a:r>
              <a:rPr lang="en-US" sz="4732"/>
              <a:t>Neither exceed, nor shorten it unnecessarily</a:t>
            </a:r>
            <a:endParaRPr/>
          </a:p>
        </p:txBody>
      </p:sp>
      <p:sp>
        <p:nvSpPr>
          <p:cNvPr id="183" name="Google Shape;183;p32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Managing Group Dynamics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11603358" y="5725023"/>
            <a:ext cx="12511205" cy="622438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599519" lvl="0" marL="599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venir"/>
              <a:buChar char="•"/>
            </a:pPr>
            <a:r>
              <a:rPr lang="en-US" sz="4316"/>
              <a:t>The presentation needs to feel like a well coordinated and coherent ‘Team Effort’</a:t>
            </a:r>
            <a:endParaRPr/>
          </a:p>
          <a:p>
            <a:pPr indent="-599519" lvl="0" marL="599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venir"/>
              <a:buChar char="•"/>
            </a:pPr>
            <a:r>
              <a:rPr lang="en-US" sz="4316"/>
              <a:t>Let all team members take turns to present</a:t>
            </a:r>
            <a:endParaRPr/>
          </a:p>
          <a:p>
            <a:pPr indent="-599519" lvl="0" marL="599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venir"/>
              <a:buChar char="•"/>
            </a:pPr>
            <a:r>
              <a:rPr lang="en-US" sz="4316"/>
              <a:t>All team members MUST present and will be graded individually</a:t>
            </a:r>
            <a:endParaRPr/>
          </a:p>
          <a:p>
            <a:pPr indent="-599519" lvl="0" marL="599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venir"/>
              <a:buChar char="•"/>
            </a:pPr>
            <a:r>
              <a:rPr lang="en-US" sz="4316"/>
              <a:t>Use the opportunity to improve your presentation skills</a:t>
            </a:r>
            <a:endParaRPr/>
          </a:p>
          <a:p>
            <a:pPr indent="-599519" lvl="0" marL="59951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58"/>
              <a:buFont typeface="Avenir"/>
              <a:buChar char="•"/>
            </a:pPr>
            <a:r>
              <a:rPr lang="en-US" sz="4316"/>
              <a:t>Know each other’s strengths and weaknesses </a:t>
            </a:r>
            <a:endParaRPr/>
          </a:p>
        </p:txBody>
      </p:sp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The Right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Persona</a:t>
            </a:r>
            <a:endParaRPr/>
          </a:p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11603358" y="5270186"/>
            <a:ext cx="12511205" cy="7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Show enthusiasm, confidence, energy and ownership</a:t>
            </a:r>
            <a:endParaRPr/>
          </a:p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Your supervisor may or may not be present</a:t>
            </a:r>
            <a:endParaRPr/>
          </a:p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If your supervisor is part of another panel for any reason, you are not supposed to invite them for your presentation</a:t>
            </a:r>
            <a:endParaRPr/>
          </a:p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Your supervisor is NOT responsible for the idea defense and may not contribute to it</a:t>
            </a:r>
            <a:endParaRPr/>
          </a:p>
        </p:txBody>
      </p:sp>
      <p:sp>
        <p:nvSpPr>
          <p:cNvPr id="197" name="Google Shape;197;p34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11510924" y="537446"/>
            <a:ext cx="12696073" cy="4643439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Show Preparation and Effort</a:t>
            </a:r>
            <a:endParaRPr/>
          </a:p>
        </p:txBody>
      </p:sp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11603358" y="4955299"/>
            <a:ext cx="12511205" cy="738129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635634" lvl="0" marL="6356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35"/>
              <a:buFont typeface="Avenir"/>
              <a:buChar char="•"/>
            </a:pPr>
            <a:r>
              <a:rPr lang="en-US" sz="4576"/>
              <a:t>Professional slide design </a:t>
            </a:r>
            <a:endParaRPr/>
          </a:p>
          <a:p>
            <a:pPr indent="-635634" lvl="1" marL="10267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35"/>
              <a:buFont typeface="Avenir"/>
              <a:buChar char="-"/>
            </a:pPr>
            <a:r>
              <a:rPr lang="en-US" sz="4576"/>
              <a:t>Use simple, clean and minimalist design, yet elegant</a:t>
            </a:r>
            <a:endParaRPr/>
          </a:p>
          <a:p>
            <a:pPr indent="-635634" lvl="0" marL="6356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35"/>
              <a:buFont typeface="Avenir"/>
              <a:buChar char="•"/>
            </a:pPr>
            <a:r>
              <a:rPr lang="en-US" sz="4576"/>
              <a:t>Make use of appropriate visuals, diagrams, flowcharts for better explaining your ideas and describing your scope/timeline etc</a:t>
            </a:r>
            <a:endParaRPr/>
          </a:p>
          <a:p>
            <a:pPr indent="-635634" lvl="0" marL="6356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35"/>
              <a:buFont typeface="Avenir"/>
              <a:buChar char="•"/>
            </a:pPr>
            <a:r>
              <a:rPr lang="en-US" sz="4576"/>
              <a:t>Rehearse, Rehearse, Rehearse</a:t>
            </a:r>
            <a:endParaRPr/>
          </a:p>
          <a:p>
            <a:pPr indent="-635634" lvl="0" marL="6356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35"/>
              <a:buFont typeface="Avenir"/>
              <a:buChar char="•"/>
            </a:pPr>
            <a:r>
              <a:rPr lang="en-US" sz="4576"/>
              <a:t>Presentation quality will also count towards the grade</a:t>
            </a:r>
            <a:endParaRPr/>
          </a:p>
        </p:txBody>
      </p:sp>
      <p:sp>
        <p:nvSpPr>
          <p:cNvPr id="204" name="Google Shape;204;p35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Get Feedback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(early)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722312" lvl="0" marL="7223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</a:pPr>
            <a:r>
              <a:rPr lang="en-US" sz="5200">
                <a:latin typeface="Avenir"/>
                <a:ea typeface="Avenir"/>
                <a:cs typeface="Avenir"/>
                <a:sym typeface="Avenir"/>
              </a:rPr>
              <a:t>Make sure your supervisor has reviewed your slides</a:t>
            </a:r>
            <a:endParaRPr/>
          </a:p>
          <a:p>
            <a:pPr indent="-722312" lvl="0" marL="7223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40"/>
              <a:buFont typeface="Avenir"/>
              <a:buChar char="•"/>
            </a:pPr>
            <a:r>
              <a:rPr lang="en-US" sz="5200">
                <a:latin typeface="Avenir"/>
                <a:ea typeface="Avenir"/>
                <a:cs typeface="Avenir"/>
                <a:sym typeface="Avenir"/>
              </a:rPr>
              <a:t>Do not expect the supervisor to review slides the last minute</a:t>
            </a:r>
            <a:endParaRPr/>
          </a:p>
        </p:txBody>
      </p:sp>
      <p:sp>
        <p:nvSpPr>
          <p:cNvPr id="211" name="Google Shape;211;p36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Be Courteous &amp; Have a Big Heart!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11603358" y="5725023"/>
            <a:ext cx="12511205" cy="7649437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 lnSpcReduction="20000"/>
          </a:bodyPr>
          <a:lstStyle/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Pay attention to the feedback given by the panel</a:t>
            </a:r>
            <a:endParaRPr/>
          </a:p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Make sure you understand the questions being asked before answering </a:t>
            </a:r>
            <a:endParaRPr/>
          </a:p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Understand that the faculty is there to evaluate and guide you, not to criticize</a:t>
            </a:r>
            <a:endParaRPr/>
          </a:p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Any criticism is only meant to be ‘constructive’</a:t>
            </a:r>
            <a:endParaRPr/>
          </a:p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Don’t take any comment personally </a:t>
            </a:r>
            <a:endParaRPr/>
          </a:p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Focus on what you can do better next time </a:t>
            </a:r>
            <a:endParaRPr/>
          </a:p>
          <a:p>
            <a:pPr indent="-541734" lvl="0" marL="5417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55"/>
              <a:buFont typeface="Avenir"/>
              <a:buChar char="•"/>
            </a:pPr>
            <a:r>
              <a:rPr lang="en-US" sz="3900"/>
              <a:t>Make sure at least one of you takes note of the comments given by the panel, so you may address them the next time</a:t>
            </a:r>
            <a:endParaRPr/>
          </a:p>
        </p:txBody>
      </p:sp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  <p:sp>
        <p:nvSpPr>
          <p:cNvPr id="219" name="Google Shape;219;p37"/>
          <p:cNvSpPr txBox="1"/>
          <p:nvPr/>
        </p:nvSpPr>
        <p:spPr>
          <a:xfrm>
            <a:off x="4783896" y="1401232"/>
            <a:ext cx="2441576" cy="3140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0"/>
              <a:buFont typeface="Avenir"/>
              <a:buNone/>
            </a:pPr>
            <a:r>
              <a:rPr b="0" i="0" lang="en-US" sz="180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925461" y="6436023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0"/>
              <a:buFont typeface="Avenir"/>
              <a:buNone/>
            </a:pPr>
            <a:r>
              <a:rPr lang="en-US">
                <a:solidFill>
                  <a:srgbClr val="FFFFFF"/>
                </a:solidFill>
              </a:rPr>
              <a:t>Being Aware of the Penalties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3514002" y="357187"/>
            <a:ext cx="1952442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Penalties</a:t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4387453" y="3643312"/>
            <a:ext cx="18332020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 lnSpcReduction="20000"/>
          </a:bodyPr>
          <a:lstStyle/>
          <a:p>
            <a:pPr indent="-586740" lvl="0" marL="5867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25"/>
              <a:buFont typeface="Avenir"/>
              <a:buChar char="•"/>
            </a:pPr>
            <a:r>
              <a:rPr lang="en-US" sz="4224"/>
              <a:t>All members of an FYP group must be present outside its evaluation room at least 10 minutes prior to its scheduled evaluation time. </a:t>
            </a:r>
            <a:endParaRPr/>
          </a:p>
          <a:p>
            <a:pPr indent="-586740" lvl="0" marL="58674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0000"/>
              </a:buClr>
              <a:buSzPts val="6125"/>
              <a:buFont typeface="Avenir"/>
              <a:buChar char="•"/>
            </a:pPr>
            <a:r>
              <a:rPr lang="en-US" sz="4224"/>
              <a:t>Late-comers and absent members/group will be penalized.</a:t>
            </a:r>
            <a:endParaRPr/>
          </a:p>
          <a:p>
            <a:pPr indent="-586740" lvl="0" marL="58674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0000"/>
              </a:buClr>
              <a:buSzPts val="6125"/>
              <a:buFont typeface="Avenir"/>
              <a:buChar char="•"/>
            </a:pPr>
            <a:r>
              <a:rPr lang="en-US" sz="4224"/>
              <a:t>Time wastage due to laptop connection with projector. </a:t>
            </a:r>
            <a:endParaRPr/>
          </a:p>
          <a:p>
            <a:pPr indent="-586740" lvl="0" marL="58674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0000"/>
              </a:buClr>
              <a:buSzPts val="6125"/>
              <a:buFont typeface="Avenir"/>
              <a:buChar char="•"/>
            </a:pPr>
            <a:r>
              <a:rPr lang="en-US" sz="4224"/>
              <a:t>An FYP group should test its laptop with the projector at least a day before its presentation in order to verify the correct working of the laptop and the connection of the laptop with the projector.</a:t>
            </a:r>
            <a:endParaRPr/>
          </a:p>
          <a:p>
            <a:pPr indent="-586740" lvl="0" marL="586740" rtl="0" algn="l">
              <a:lnSpc>
                <a:spcPct val="100000"/>
              </a:lnSpc>
              <a:spcBef>
                <a:spcPts val="5600"/>
              </a:spcBef>
              <a:spcAft>
                <a:spcPts val="0"/>
              </a:spcAft>
              <a:buClr>
                <a:srgbClr val="000000"/>
              </a:buClr>
              <a:buSzPts val="6125"/>
              <a:buFont typeface="Avenir"/>
              <a:buChar char="•"/>
            </a:pPr>
            <a:r>
              <a:rPr lang="en-US" sz="4224"/>
              <a:t>Switching of laptops during presentation (e.g. due to drained battery)</a:t>
            </a:r>
            <a:endParaRPr/>
          </a:p>
        </p:txBody>
      </p:sp>
      <p:sp>
        <p:nvSpPr>
          <p:cNvPr id="231" name="Google Shape;231;p39"/>
          <p:cNvSpPr txBox="1"/>
          <p:nvPr>
            <p:ph idx="12" type="sldNum"/>
          </p:nvPr>
        </p:nvSpPr>
        <p:spPr>
          <a:xfrm>
            <a:off x="22280091" y="12733734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925461" y="6436023"/>
            <a:ext cx="22533078" cy="3036095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411"/>
              </a:srgbClr>
            </a:outerShdw>
          </a:effectLst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0"/>
              <a:buFont typeface="Avenir"/>
              <a:buNone/>
            </a:pPr>
            <a:r>
              <a:rPr lang="en-US">
                <a:solidFill>
                  <a:srgbClr val="FFFFFF"/>
                </a:solidFill>
              </a:rPr>
              <a:t>Key to a successful FYP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Consistent &amp; Regular Progress</a:t>
            </a:r>
            <a:endParaRPr/>
          </a:p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11603358" y="5725023"/>
            <a:ext cx="12511205" cy="504984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657304" lvl="0" marL="6573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61"/>
              <a:buFont typeface="Avenir"/>
              <a:buChar char="•"/>
            </a:pPr>
            <a:r>
              <a:rPr lang="en-US" sz="4732"/>
              <a:t>You must make weekly progress towards your FYP</a:t>
            </a:r>
            <a:endParaRPr/>
          </a:p>
          <a:p>
            <a:pPr indent="-657304" lvl="0" marL="6573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61"/>
              <a:buFont typeface="Avenir"/>
              <a:buChar char="•"/>
            </a:pPr>
            <a:r>
              <a:rPr lang="en-US" sz="4732"/>
              <a:t>Set aside dedicated work hours during the week for working on your FYP and remain firm to the schedule</a:t>
            </a:r>
            <a:endParaRPr/>
          </a:p>
          <a:p>
            <a:pPr indent="-657304" lvl="0" marL="6573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61"/>
              <a:buFont typeface="Avenir"/>
              <a:buChar char="•"/>
            </a:pPr>
            <a:r>
              <a:rPr lang="en-US" sz="4732"/>
              <a:t>Do not wait till the deadlines draw near</a:t>
            </a:r>
            <a:endParaRPr/>
          </a:p>
        </p:txBody>
      </p:sp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9407"/>
              <a:buFont typeface="Avenir"/>
              <a:buNone/>
            </a:pPr>
            <a:r>
              <a:rPr lang="en-US" sz="9407"/>
              <a:t>Meet your Supervisor (Often &amp; Regularly)</a:t>
            </a:r>
            <a:endParaRPr/>
          </a:p>
        </p:txBody>
      </p:sp>
      <p:sp>
        <p:nvSpPr>
          <p:cNvPr id="249" name="Google Shape;249;p42"/>
          <p:cNvSpPr txBox="1"/>
          <p:nvPr>
            <p:ph idx="1" type="body"/>
          </p:nvPr>
        </p:nvSpPr>
        <p:spPr>
          <a:xfrm>
            <a:off x="11603358" y="5725023"/>
            <a:ext cx="12511205" cy="7174510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Do not wait for the Supervisor to call the meeting </a:t>
            </a:r>
            <a:endParaRPr/>
          </a:p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Meet him/her regularly and report progress</a:t>
            </a:r>
            <a:endParaRPr/>
          </a:p>
          <a:p>
            <a:pPr indent="-642858" lvl="0" marL="64285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11"/>
              <a:buFont typeface="Avenir"/>
              <a:buChar char="•"/>
            </a:pPr>
            <a:r>
              <a:rPr lang="en-US" sz="4628"/>
              <a:t>If the FYP Committee receives a complaint of absent group or irresponsible attitude from the group, this may lead to 50% grade penalty or in some cases an FA</a:t>
            </a:r>
            <a:endParaRPr/>
          </a:p>
        </p:txBody>
      </p:sp>
      <p:sp>
        <p:nvSpPr>
          <p:cNvPr id="250" name="Google Shape;250;p42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11510924" y="957296"/>
            <a:ext cx="12696073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Manage your Team Dynamics</a:t>
            </a:r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1848270" y="5579060"/>
            <a:ext cx="12241283" cy="6699319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 lnSpcReduction="20000"/>
          </a:bodyPr>
          <a:lstStyle/>
          <a:p>
            <a:pPr indent="-520064" lvl="0" marL="520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7"/>
              <a:buFont typeface="Avenir"/>
              <a:buChar char="•"/>
            </a:pPr>
            <a:r>
              <a:rPr lang="en-US" sz="3743"/>
              <a:t>Establish clear work and communication boundaries </a:t>
            </a:r>
            <a:endParaRPr/>
          </a:p>
          <a:p>
            <a:pPr indent="-520064" lvl="0" marL="520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7"/>
              <a:buFont typeface="Avenir"/>
              <a:buChar char="•"/>
            </a:pPr>
            <a:r>
              <a:rPr lang="en-US" sz="3743"/>
              <a:t>Use group collaboration software </a:t>
            </a:r>
            <a:endParaRPr/>
          </a:p>
          <a:p>
            <a:pPr indent="-520064" lvl="1" marL="8401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7"/>
              <a:buFont typeface="Avenir"/>
              <a:buChar char="-"/>
            </a:pPr>
            <a:r>
              <a:rPr lang="en-US" sz="3743"/>
              <a:t>e.g. Git/Trello etc</a:t>
            </a:r>
            <a:endParaRPr/>
          </a:p>
          <a:p>
            <a:pPr indent="-520064" lvl="0" marL="520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7"/>
              <a:buFont typeface="Avenir"/>
              <a:buChar char="•"/>
            </a:pPr>
            <a:r>
              <a:rPr lang="en-US" sz="3743"/>
              <a:t>Log your individual progress</a:t>
            </a:r>
            <a:endParaRPr/>
          </a:p>
          <a:p>
            <a:pPr indent="-520064" lvl="0" marL="520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7"/>
              <a:buFont typeface="Avenir"/>
              <a:buChar char="•"/>
            </a:pPr>
            <a:r>
              <a:rPr lang="en-US" sz="3743"/>
              <a:t>Report any group coordination issues to your supervisor/coordinator ‘early’</a:t>
            </a:r>
            <a:endParaRPr/>
          </a:p>
          <a:p>
            <a:pPr indent="-520064" lvl="0" marL="520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27"/>
              <a:buFont typeface="Avenir"/>
              <a:buChar char="•"/>
            </a:pPr>
            <a:r>
              <a:rPr lang="en-US" sz="3743"/>
              <a:t>Note: Individual grading may be done. However, no student gets a grade better than that of the group grade. So if the group grade suffers, because of someone’s lack of effort, this is detrimental to all. </a:t>
            </a:r>
            <a:endParaRPr/>
          </a:p>
        </p:txBody>
      </p:sp>
      <p:sp>
        <p:nvSpPr>
          <p:cNvPr id="257" name="Google Shape;257;p43"/>
          <p:cNvSpPr txBox="1"/>
          <p:nvPr>
            <p:ph idx="12" type="sldNum"/>
          </p:nvPr>
        </p:nvSpPr>
        <p:spPr>
          <a:xfrm>
            <a:off x="23434677" y="12513262"/>
            <a:ext cx="666827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12488143" y="4967089"/>
            <a:ext cx="11155859" cy="3781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0416"/>
              <a:buFont typeface="Avenir"/>
              <a:buNone/>
            </a:pPr>
            <a:r>
              <a:rPr lang="en-US" sz="10416"/>
              <a:t>an Attitude of ‘Gratitude’</a:t>
            </a:r>
            <a:endParaRPr/>
          </a:p>
        </p:txBody>
      </p:sp>
      <p:sp>
        <p:nvSpPr>
          <p:cNvPr id="263" name="Google Shape;263;p44"/>
          <p:cNvSpPr txBox="1"/>
          <p:nvPr>
            <p:ph idx="1" type="body"/>
          </p:nvPr>
        </p:nvSpPr>
        <p:spPr>
          <a:xfrm>
            <a:off x="12068293" y="4139802"/>
            <a:ext cx="11155860" cy="2316464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venir"/>
              <a:buNone/>
            </a:pPr>
            <a:r>
              <a:rPr lang="en-US" sz="5200">
                <a:latin typeface="Avenir"/>
                <a:ea typeface="Avenir"/>
                <a:cs typeface="Avenir"/>
                <a:sym typeface="Avenir"/>
              </a:rPr>
              <a:t>Remember to carry </a:t>
            </a:r>
            <a:endParaRPr/>
          </a:p>
        </p:txBody>
      </p:sp>
      <p:sp>
        <p:nvSpPr>
          <p:cNvPr id="264" name="Google Shape;264;p44"/>
          <p:cNvSpPr txBox="1"/>
          <p:nvPr>
            <p:ph idx="12" type="sldNum"/>
          </p:nvPr>
        </p:nvSpPr>
        <p:spPr>
          <a:xfrm>
            <a:off x="22909866" y="12198375"/>
            <a:ext cx="666828" cy="727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venir"/>
              <a:buNone/>
            </a:pPr>
            <a:fld id="{00000000-1234-1234-1234-123412341234}" type="slidenum">
              <a:rPr lang="en-US" sz="3400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5"/>
          <p:cNvSpPr txBox="1"/>
          <p:nvPr>
            <p:ph idx="4294967295" type="ctrTitle"/>
          </p:nvPr>
        </p:nvSpPr>
        <p:spPr>
          <a:xfrm>
            <a:off x="4833937" y="5463121"/>
            <a:ext cx="14716126" cy="4643439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1600"/>
              </a:buClr>
              <a:buSzPts val="11200"/>
              <a:buFont typeface="Avenir"/>
              <a:buNone/>
            </a:pPr>
            <a:r>
              <a:rPr b="1" i="0" lang="en-US" sz="11200" u="none" cap="none" strike="noStrike">
                <a:solidFill>
                  <a:srgbClr val="B41600"/>
                </a:solidFill>
                <a:latin typeface="Avenir"/>
                <a:ea typeface="Avenir"/>
                <a:cs typeface="Avenir"/>
                <a:sym typeface="Avenir"/>
              </a:rPr>
              <a:t>Questions?</a:t>
            </a:r>
            <a:endParaRPr b="1" i="0" sz="10700" u="none" cap="none" strike="noStrike">
              <a:solidFill>
                <a:srgbClr val="B416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