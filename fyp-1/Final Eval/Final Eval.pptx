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Now Bold" charset="1" panose="00000800000000000000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472" cy="508135"/>
            </a:xfrm>
            <a:custGeom>
              <a:avLst/>
              <a:gdLst/>
              <a:ahLst/>
              <a:cxnLst/>
              <a:rect r="r" b="b" t="t" l="l"/>
              <a:pathLst>
                <a:path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8957" y="-101114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06958" y="312728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06958" y="2368073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38225"/>
            <a:ext cx="14029209" cy="427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AI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-DRIVEN JOB </a:t>
            </a: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INTERVIEW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 ANALYZER</a:t>
            </a:r>
          </a:p>
          <a:p>
            <a:pPr algn="l">
              <a:lnSpc>
                <a:spcPts val="1127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800488"/>
            <a:ext cx="10896957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Short Title: Interview Den (S25-47-D)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877685"/>
            <a:ext cx="676191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Team:       Hamza Saeed  21i-0671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Waleed Saeed  21i-1672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Asad Ullah Shah 21i-0545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27503" y="6877685"/>
            <a:ext cx="621065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Supervisor: Dr. Mehreen Alam</a:t>
            </a:r>
          </a:p>
          <a:p>
            <a:pPr algn="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215760"/>
            <a:ext cx="9139238" cy="167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Recap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884894" y="1219835"/>
            <a:ext cx="7374406" cy="777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Focus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AI-Driven Job Interview Analyzer aims to automate and optimize the hiring process by leveraging AI. 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Goal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Resume Screening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Test Creation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based Scoring and Insights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05798" y="195106"/>
            <a:ext cx="6453530" cy="9896788"/>
          </a:xfrm>
          <a:custGeom>
            <a:avLst/>
            <a:gdLst/>
            <a:ahLst/>
            <a:cxnLst/>
            <a:rect r="r" b="b" t="t" l="l"/>
            <a:pathLst>
              <a:path h="9896788" w="6453530">
                <a:moveTo>
                  <a:pt x="0" y="0"/>
                </a:moveTo>
                <a:lnTo>
                  <a:pt x="6453530" y="0"/>
                </a:lnTo>
                <a:lnTo>
                  <a:pt x="6453530" y="9896788"/>
                </a:lnTo>
                <a:lnTo>
                  <a:pt x="0" y="9896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161155"/>
            <a:ext cx="9144000" cy="177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9822"/>
            <a:ext cx="16230600" cy="1018587"/>
          </a:xfrm>
          <a:custGeom>
            <a:avLst/>
            <a:gdLst/>
            <a:ahLst/>
            <a:cxnLst/>
            <a:rect r="r" b="b" t="t" l="l"/>
            <a:pathLst>
              <a:path h="1018587" w="16230600">
                <a:moveTo>
                  <a:pt x="0" y="0"/>
                </a:moveTo>
                <a:lnTo>
                  <a:pt x="16230600" y="0"/>
                </a:lnTo>
                <a:lnTo>
                  <a:pt x="16230600" y="1018587"/>
                </a:lnTo>
                <a:lnTo>
                  <a:pt x="0" y="1018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0" y="847725"/>
            <a:ext cx="9148762" cy="167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Feedback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96552" y="4800917"/>
            <a:ext cx="9285371" cy="162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2"/>
              </a:lnSpc>
            </a:pPr>
            <a:r>
              <a:rPr lang="en-US" sz="470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Database: SupaBase</a:t>
            </a:r>
          </a:p>
          <a:p>
            <a:pPr algn="ctr">
              <a:lnSpc>
                <a:spcPts val="6592"/>
              </a:lnSpc>
            </a:pPr>
            <a:r>
              <a:rPr lang="en-US" sz="470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Diagram on Next slide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43461" y="146263"/>
            <a:ext cx="6122276" cy="10287000"/>
          </a:xfrm>
          <a:custGeom>
            <a:avLst/>
            <a:gdLst/>
            <a:ahLst/>
            <a:cxnLst/>
            <a:rect r="r" b="b" t="t" l="l"/>
            <a:pathLst>
              <a:path h="10287000" w="6122276">
                <a:moveTo>
                  <a:pt x="0" y="0"/>
                </a:moveTo>
                <a:lnTo>
                  <a:pt x="6122276" y="0"/>
                </a:lnTo>
                <a:lnTo>
                  <a:pt x="612227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8127" y="2313305"/>
            <a:ext cx="7241978" cy="546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Domain Model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802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571500"/>
            <a:ext cx="9144000" cy="9144000"/>
          </a:xfrm>
          <a:custGeom>
            <a:avLst/>
            <a:gdLst/>
            <a:ahLst/>
            <a:cxnLst/>
            <a:rect r="r" b="b" t="t" l="l"/>
            <a:pathLst>
              <a:path h="9144000" w="9144000">
                <a:moveTo>
                  <a:pt x="0" y="0"/>
                </a:moveTo>
                <a:lnTo>
                  <a:pt x="9144000" y="0"/>
                </a:lnTo>
                <a:lnTo>
                  <a:pt x="9144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025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3117973" cy="99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5"/>
              </a:lnSpc>
            </a:pPr>
            <a:r>
              <a:rPr lang="en-US" sz="58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55718" y="4293733"/>
            <a:ext cx="15376564" cy="2088791"/>
            <a:chOff x="0" y="0"/>
            <a:chExt cx="20502086" cy="2785055"/>
          </a:xfrm>
        </p:grpSpPr>
        <p:sp>
          <p:nvSpPr>
            <p:cNvPr name="AutoShape 4" id="4"/>
            <p:cNvSpPr/>
            <p:nvPr/>
          </p:nvSpPr>
          <p:spPr>
            <a:xfrm>
              <a:off x="0" y="1392609"/>
              <a:ext cx="20502086" cy="0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V="true">
              <a:off x="2837289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7358006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11870250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16382494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92344" y="6594590"/>
            <a:ext cx="5907762" cy="351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1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JAN-MAR</a:t>
            </a:r>
          </a:p>
          <a:p>
            <a:pPr algn="just">
              <a:lnSpc>
                <a:spcPts val="2452"/>
              </a:lnSpc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Set up project infrastructure and basic architecture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basic login/signup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company and candidate portals (Figma)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core resume screening AI: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Resume parsing system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Basic job description matching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Initial CV analysis algorithms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Unit testing, Poster making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94448" y="588774"/>
            <a:ext cx="5761625" cy="336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2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APR-MAY</a:t>
            </a:r>
          </a:p>
          <a:p>
            <a:pPr algn="just">
              <a:lnSpc>
                <a:spcPts val="2554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company-side test creation portal: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Model Training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Multiple choice question system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Question bank management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Test difficulty settings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test scoring system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basic analytics dashboard for companies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88122" y="588774"/>
            <a:ext cx="6044160" cy="345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4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NOV - DEC</a:t>
            </a:r>
          </a:p>
          <a:p>
            <a:pPr algn="ctr">
              <a:lnSpc>
                <a:spcPts val="3210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Integrate all components int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a seamless workflow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mplement detailed reporting system: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Candidate performance analytics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Interview insights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Skill assessment reports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 testing an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optimization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Documentation and deployment preparation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96233" y="6880717"/>
            <a:ext cx="5947871" cy="322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Iteraton 3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SEP-OCT</a:t>
            </a:r>
          </a:p>
          <a:p>
            <a:pPr algn="just">
              <a:lnSpc>
                <a:spcPts val="2452"/>
              </a:lnSpc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AI-powered interview system: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Voice-based question handling 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Natural language processing for responses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Te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chnical assessment modules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Communication skills 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evaluation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real-time interview feedback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comprehensive candidate evaluation system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23031"/>
            <a:ext cx="5163706" cy="122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3"/>
              </a:lnSpc>
            </a:pPr>
            <a:r>
              <a:rPr lang="en-US" sz="719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Modules</a:t>
            </a:r>
          </a:p>
        </p:txBody>
      </p:sp>
      <p:sp>
        <p:nvSpPr>
          <p:cNvPr name="AutoShape 3" id="3"/>
          <p:cNvSpPr/>
          <p:nvPr/>
        </p:nvSpPr>
        <p:spPr>
          <a:xfrm>
            <a:off x="7248998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890277" y="2731265"/>
            <a:ext cx="9659051" cy="356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Resume Screening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Test Creation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Scoring and Analytics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09145" y="2962694"/>
            <a:ext cx="8669711" cy="629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  <a:r>
              <a:rPr lang="en-US" sz="358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AI Test Creation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sz="35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Dynamic MCQ Test creation according to the job description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sz="35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Automatic difficulty according to job level and role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sz="35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Question bank to choose Questions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sz="35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 Scoring</a:t>
            </a:r>
          </a:p>
          <a:p>
            <a:pPr algn="ctr">
              <a:lnSpc>
                <a:spcPts val="5013"/>
              </a:lnSpc>
              <a:spcBef>
                <a:spcPct val="0"/>
              </a:spcBef>
            </a:pPr>
          </a:p>
          <a:p>
            <a:pPr algn="ctr">
              <a:lnSpc>
                <a:spcPts val="5013"/>
              </a:lnSpc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Role Based Login/ signup</a:t>
            </a:r>
          </a:p>
          <a:p>
            <a:pPr algn="ctr">
              <a:lnSpc>
                <a:spcPts val="5013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044141" y="847725"/>
            <a:ext cx="8199718" cy="160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6"/>
              </a:lnSpc>
            </a:pPr>
            <a:r>
              <a:rPr lang="en-US" sz="932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Module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78727"/>
            <a:ext cx="16230600" cy="6225957"/>
          </a:xfrm>
          <a:custGeom>
            <a:avLst/>
            <a:gdLst/>
            <a:ahLst/>
            <a:cxnLst/>
            <a:rect r="r" b="b" t="t" l="l"/>
            <a:pathLst>
              <a:path h="6225957" w="16230600">
                <a:moveTo>
                  <a:pt x="0" y="0"/>
                </a:moveTo>
                <a:lnTo>
                  <a:pt x="16230600" y="0"/>
                </a:lnTo>
                <a:lnTo>
                  <a:pt x="16230600" y="6225956"/>
                </a:lnTo>
                <a:lnTo>
                  <a:pt x="0" y="622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68291" y="895350"/>
            <a:ext cx="7751418" cy="116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6"/>
              </a:lnSpc>
            </a:pPr>
            <a:r>
              <a:rPr lang="en-US" sz="679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 Desc to JSON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43229" y="1028700"/>
            <a:ext cx="8416071" cy="8229600"/>
          </a:xfrm>
          <a:custGeom>
            <a:avLst/>
            <a:gdLst/>
            <a:ahLst/>
            <a:cxnLst/>
            <a:rect r="r" b="b" t="t" l="l"/>
            <a:pathLst>
              <a:path h="8229600" w="8416071">
                <a:moveTo>
                  <a:pt x="0" y="0"/>
                </a:moveTo>
                <a:lnTo>
                  <a:pt x="8416071" y="0"/>
                </a:lnTo>
                <a:lnTo>
                  <a:pt x="841607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751" y="3463647"/>
            <a:ext cx="8814477" cy="324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35"/>
              </a:lnSpc>
            </a:pPr>
            <a:r>
              <a:rPr lang="en-US" sz="616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Questions according to Required Skills and Job Level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28514" y="3890315"/>
            <a:ext cx="6613578" cy="5367985"/>
          </a:xfrm>
          <a:custGeom>
            <a:avLst/>
            <a:gdLst/>
            <a:ahLst/>
            <a:cxnLst/>
            <a:rect r="r" b="b" t="t" l="l"/>
            <a:pathLst>
              <a:path h="5367985" w="6613578">
                <a:moveTo>
                  <a:pt x="0" y="0"/>
                </a:moveTo>
                <a:lnTo>
                  <a:pt x="6613578" y="0"/>
                </a:lnTo>
                <a:lnTo>
                  <a:pt x="6613578" y="5367985"/>
                </a:lnTo>
                <a:lnTo>
                  <a:pt x="0" y="5367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90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5535" y="1502853"/>
            <a:ext cx="10362979" cy="7755447"/>
          </a:xfrm>
          <a:custGeom>
            <a:avLst/>
            <a:gdLst/>
            <a:ahLst/>
            <a:cxnLst/>
            <a:rect r="r" b="b" t="t" l="l"/>
            <a:pathLst>
              <a:path h="7755447" w="10362979">
                <a:moveTo>
                  <a:pt x="0" y="0"/>
                </a:moveTo>
                <a:lnTo>
                  <a:pt x="10362979" y="0"/>
                </a:lnTo>
                <a:lnTo>
                  <a:pt x="10362979" y="7755447"/>
                </a:lnTo>
                <a:lnTo>
                  <a:pt x="0" y="7755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36513" y="537527"/>
            <a:ext cx="668418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During Test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42836" y="537527"/>
            <a:ext cx="5984933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Results and Score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281993"/>
            <a:ext cx="16230600" cy="3723015"/>
          </a:xfrm>
          <a:custGeom>
            <a:avLst/>
            <a:gdLst/>
            <a:ahLst/>
            <a:cxnLst/>
            <a:rect r="r" b="b" t="t" l="l"/>
            <a:pathLst>
              <a:path h="3723015" w="16230600">
                <a:moveTo>
                  <a:pt x="0" y="0"/>
                </a:moveTo>
                <a:lnTo>
                  <a:pt x="16230600" y="0"/>
                </a:lnTo>
                <a:lnTo>
                  <a:pt x="16230600" y="3723014"/>
                </a:lnTo>
                <a:lnTo>
                  <a:pt x="0" y="3723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240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1623060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Number of Questions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75155"/>
            <a:ext cx="16230600" cy="7506652"/>
          </a:xfrm>
          <a:custGeom>
            <a:avLst/>
            <a:gdLst/>
            <a:ahLst/>
            <a:cxnLst/>
            <a:rect r="r" b="b" t="t" l="l"/>
            <a:pathLst>
              <a:path h="7506652" w="16230600">
                <a:moveTo>
                  <a:pt x="0" y="0"/>
                </a:moveTo>
                <a:lnTo>
                  <a:pt x="16230600" y="0"/>
                </a:lnTo>
                <a:lnTo>
                  <a:pt x="16230600" y="7506653"/>
                </a:lnTo>
                <a:lnTo>
                  <a:pt x="0" y="7506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20477" y="478824"/>
            <a:ext cx="7847046" cy="98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9"/>
              </a:lnSpc>
            </a:pPr>
            <a:r>
              <a:rPr lang="en-US" sz="5720" b="true">
                <a:solidFill>
                  <a:srgbClr val="FFFBF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Company Portal Login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2231" y="1028700"/>
            <a:ext cx="12187069" cy="8229600"/>
            <a:chOff x="0" y="0"/>
            <a:chExt cx="16249425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9425" cy="7186701"/>
            </a:xfrm>
            <a:custGeom>
              <a:avLst/>
              <a:gdLst/>
              <a:ahLst/>
              <a:cxnLst/>
              <a:rect r="r" b="b" t="t" l="l"/>
              <a:pathLst>
                <a:path h="7186701" w="16249425">
                  <a:moveTo>
                    <a:pt x="0" y="0"/>
                  </a:moveTo>
                  <a:lnTo>
                    <a:pt x="16249425" y="0"/>
                  </a:lnTo>
                  <a:lnTo>
                    <a:pt x="16249425" y="7186701"/>
                  </a:lnTo>
                  <a:lnTo>
                    <a:pt x="0" y="7186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396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7137828"/>
              <a:ext cx="16249425" cy="3834972"/>
            </a:xfrm>
            <a:custGeom>
              <a:avLst/>
              <a:gdLst/>
              <a:ahLst/>
              <a:cxnLst/>
              <a:rect r="r" b="b" t="t" l="l"/>
              <a:pathLst>
                <a:path h="3834972" w="16249425">
                  <a:moveTo>
                    <a:pt x="0" y="0"/>
                  </a:moveTo>
                  <a:lnTo>
                    <a:pt x="16249425" y="0"/>
                  </a:lnTo>
                  <a:lnTo>
                    <a:pt x="16249425" y="3834972"/>
                  </a:lnTo>
                  <a:lnTo>
                    <a:pt x="0" y="3834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630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67946" y="5103233"/>
              <a:ext cx="2706659" cy="766334"/>
            </a:xfrm>
            <a:custGeom>
              <a:avLst/>
              <a:gdLst/>
              <a:ahLst/>
              <a:cxnLst/>
              <a:rect r="r" b="b" t="t" l="l"/>
              <a:pathLst>
                <a:path h="766334" w="2706659">
                  <a:moveTo>
                    <a:pt x="0" y="0"/>
                  </a:moveTo>
                  <a:lnTo>
                    <a:pt x="2706659" y="0"/>
                  </a:lnTo>
                  <a:lnTo>
                    <a:pt x="2706659" y="766334"/>
                  </a:lnTo>
                  <a:lnTo>
                    <a:pt x="0" y="766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687" t="-712703" r="-566297" b="-288042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7946" y="5553046"/>
              <a:ext cx="2706659" cy="766334"/>
            </a:xfrm>
            <a:custGeom>
              <a:avLst/>
              <a:gdLst/>
              <a:ahLst/>
              <a:cxnLst/>
              <a:rect r="r" b="b" t="t" l="l"/>
              <a:pathLst>
                <a:path h="766334" w="2706659">
                  <a:moveTo>
                    <a:pt x="0" y="0"/>
                  </a:moveTo>
                  <a:lnTo>
                    <a:pt x="2706659" y="0"/>
                  </a:lnTo>
                  <a:lnTo>
                    <a:pt x="2706659" y="766334"/>
                  </a:lnTo>
                  <a:lnTo>
                    <a:pt x="0" y="766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687" t="-712703" r="-566297" b="-288042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67946" y="6161559"/>
              <a:ext cx="2706659" cy="867325"/>
            </a:xfrm>
            <a:custGeom>
              <a:avLst/>
              <a:gdLst/>
              <a:ahLst/>
              <a:cxnLst/>
              <a:rect r="r" b="b" t="t" l="l"/>
              <a:pathLst>
                <a:path h="867325" w="2706659">
                  <a:moveTo>
                    <a:pt x="0" y="0"/>
                  </a:moveTo>
                  <a:lnTo>
                    <a:pt x="2706659" y="0"/>
                  </a:lnTo>
                  <a:lnTo>
                    <a:pt x="2706659" y="867324"/>
                  </a:lnTo>
                  <a:lnTo>
                    <a:pt x="0" y="867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687" t="-629716" r="-566297" b="-242859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7946" y="6927893"/>
              <a:ext cx="2706659" cy="766334"/>
            </a:xfrm>
            <a:custGeom>
              <a:avLst/>
              <a:gdLst/>
              <a:ahLst/>
              <a:cxnLst/>
              <a:rect r="r" b="b" t="t" l="l"/>
              <a:pathLst>
                <a:path h="766334" w="2706659">
                  <a:moveTo>
                    <a:pt x="0" y="0"/>
                  </a:moveTo>
                  <a:lnTo>
                    <a:pt x="2706659" y="0"/>
                  </a:lnTo>
                  <a:lnTo>
                    <a:pt x="2706659" y="766334"/>
                  </a:lnTo>
                  <a:lnTo>
                    <a:pt x="0" y="766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687" t="-712703" r="-566297" b="-288042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7946" y="7694227"/>
              <a:ext cx="2706659" cy="766334"/>
            </a:xfrm>
            <a:custGeom>
              <a:avLst/>
              <a:gdLst/>
              <a:ahLst/>
              <a:cxnLst/>
              <a:rect r="r" b="b" t="t" l="l"/>
              <a:pathLst>
                <a:path h="766334" w="2706659">
                  <a:moveTo>
                    <a:pt x="0" y="0"/>
                  </a:moveTo>
                  <a:lnTo>
                    <a:pt x="2706659" y="0"/>
                  </a:lnTo>
                  <a:lnTo>
                    <a:pt x="2706659" y="766334"/>
                  </a:lnTo>
                  <a:lnTo>
                    <a:pt x="0" y="766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687" t="-712703" r="-566297" b="-288042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7946" y="7311060"/>
              <a:ext cx="2706659" cy="766334"/>
            </a:xfrm>
            <a:custGeom>
              <a:avLst/>
              <a:gdLst/>
              <a:ahLst/>
              <a:cxnLst/>
              <a:rect r="r" b="b" t="t" l="l"/>
              <a:pathLst>
                <a:path h="766334" w="2706659">
                  <a:moveTo>
                    <a:pt x="0" y="0"/>
                  </a:moveTo>
                  <a:lnTo>
                    <a:pt x="2706659" y="0"/>
                  </a:lnTo>
                  <a:lnTo>
                    <a:pt x="2706659" y="766334"/>
                  </a:lnTo>
                  <a:lnTo>
                    <a:pt x="0" y="766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687" t="-712703" r="-566297" b="-28804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07655" y="3981326"/>
            <a:ext cx="4043531" cy="22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1"/>
              </a:lnSpc>
            </a:pPr>
            <a:r>
              <a:rPr lang="en-US" sz="6293" b="true">
                <a:solidFill>
                  <a:srgbClr val="FFFBF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Company Profile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99176" y="3081311"/>
            <a:ext cx="12889648" cy="398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86"/>
              </a:lnSpc>
            </a:pPr>
            <a:r>
              <a:rPr lang="en-US" sz="756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 Connected and Storing Login and Profile Information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45644"/>
            <a:ext cx="16230600" cy="4323662"/>
          </a:xfrm>
          <a:custGeom>
            <a:avLst/>
            <a:gdLst/>
            <a:ahLst/>
            <a:cxnLst/>
            <a:rect r="r" b="b" t="t" l="l"/>
            <a:pathLst>
              <a:path h="4323662" w="16230600">
                <a:moveTo>
                  <a:pt x="0" y="0"/>
                </a:moveTo>
                <a:lnTo>
                  <a:pt x="16230600" y="0"/>
                </a:lnTo>
                <a:lnTo>
                  <a:pt x="16230600" y="4323662"/>
                </a:lnTo>
                <a:lnTo>
                  <a:pt x="0" y="4323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449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143500"/>
            <a:ext cx="16230600" cy="4500357"/>
          </a:xfrm>
          <a:custGeom>
            <a:avLst/>
            <a:gdLst/>
            <a:ahLst/>
            <a:cxnLst/>
            <a:rect r="r" b="b" t="t" l="l"/>
            <a:pathLst>
              <a:path h="4500357" w="16230600">
                <a:moveTo>
                  <a:pt x="0" y="0"/>
                </a:moveTo>
                <a:lnTo>
                  <a:pt x="16230600" y="0"/>
                </a:lnTo>
                <a:lnTo>
                  <a:pt x="16230600" y="4500357"/>
                </a:lnTo>
                <a:lnTo>
                  <a:pt x="0" y="4500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6801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95393" y="904875"/>
            <a:ext cx="11097214" cy="10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6"/>
              </a:lnSpc>
            </a:pPr>
            <a:r>
              <a:rPr lang="en-US" sz="632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Done up to present time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15151" y="2956972"/>
            <a:ext cx="13423323" cy="4296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Resume Screening</a:t>
            </a:r>
          </a:p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Test Creation</a:t>
            </a:r>
          </a:p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Separate Scoring and Evaluations for both</a:t>
            </a:r>
          </a:p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Complete  Working Frontend </a:t>
            </a:r>
          </a:p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Role Based Working Login/Signup</a:t>
            </a:r>
          </a:p>
          <a:p>
            <a:pPr algn="l" marL="887927" indent="-443963" lvl="1">
              <a:lnSpc>
                <a:spcPts val="5757"/>
              </a:lnSpc>
              <a:buFont typeface="Arial"/>
              <a:buChar char="•"/>
            </a:pPr>
            <a:r>
              <a:rPr lang="en-US" sz="411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Database Schema Created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09579" y="2553186"/>
            <a:ext cx="6268842" cy="123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69"/>
              </a:lnSpc>
            </a:pPr>
            <a:r>
              <a:rPr lang="en-US" sz="726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Iteration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25628" y="5076825"/>
            <a:ext cx="8236744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Connect Candidate Portal Backend l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28846" y="3591786"/>
            <a:ext cx="7230309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Questions?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7454" y="3253817"/>
            <a:ext cx="7313091" cy="33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0"/>
              </a:lnSpc>
            </a:pPr>
            <a:r>
              <a:rPr lang="en-US" sz="1981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DAGqi6AhjP0</dc:identifier>
  <dcterms:modified xsi:type="dcterms:W3CDTF">2011-08-01T06:04:30Z</dcterms:modified>
  <cp:revision>1</cp:revision>
  <dc:title>Final Eval</dc:title>
</cp:coreProperties>
</file>